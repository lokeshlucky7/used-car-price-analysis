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85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E67B69-B25D-46C3-A73A-DFADBDC9F9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EF459B7-2845-4BE4-9BC9-F71C87FCA3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Lack of transparent pricing for used cars</a:t>
          </a:r>
        </a:p>
      </dgm:t>
    </dgm:pt>
    <dgm:pt modelId="{DA4D2048-B54F-47FE-81BE-AC36077B0E60}" type="parTrans" cxnId="{2B61FCA4-3EE5-479A-8C18-2A3D220B93C3}">
      <dgm:prSet/>
      <dgm:spPr/>
      <dgm:t>
        <a:bodyPr/>
        <a:lstStyle/>
        <a:p>
          <a:endParaRPr lang="en-US"/>
        </a:p>
      </dgm:t>
    </dgm:pt>
    <dgm:pt modelId="{086F9538-7C97-4550-9FC8-057B8C6C2EF6}" type="sibTrans" cxnId="{2B61FCA4-3EE5-479A-8C18-2A3D220B93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2ACCB6-2FDF-4C40-BAE8-4F91B5A42C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Buyers struggle to compare models across brands and locations</a:t>
          </a:r>
        </a:p>
      </dgm:t>
    </dgm:pt>
    <dgm:pt modelId="{E79D06B7-FD3D-445E-93EC-244B560C6B43}" type="parTrans" cxnId="{35D4D0F4-6007-49E2-A0AD-E7771DC16F07}">
      <dgm:prSet/>
      <dgm:spPr/>
      <dgm:t>
        <a:bodyPr/>
        <a:lstStyle/>
        <a:p>
          <a:endParaRPr lang="en-US"/>
        </a:p>
      </dgm:t>
    </dgm:pt>
    <dgm:pt modelId="{5E3AB3B7-EBF8-418C-AB22-2C42192F9B5E}" type="sibTrans" cxnId="{35D4D0F4-6007-49E2-A0AD-E7771DC16F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202041-AF43-4BCA-B8D1-3D1AD54417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No centralized view of EMI trends or fuel type value</a:t>
          </a:r>
        </a:p>
      </dgm:t>
    </dgm:pt>
    <dgm:pt modelId="{CD6E73F2-4115-4E51-B7D9-E72F53535367}" type="parTrans" cxnId="{7E6137E2-F39F-430D-90FD-B0D74F44C4C7}">
      <dgm:prSet/>
      <dgm:spPr/>
      <dgm:t>
        <a:bodyPr/>
        <a:lstStyle/>
        <a:p>
          <a:endParaRPr lang="en-US"/>
        </a:p>
      </dgm:t>
    </dgm:pt>
    <dgm:pt modelId="{168C4A86-04DE-4066-8799-EEBC57D9E461}" type="sibTrans" cxnId="{7E6137E2-F39F-430D-90FD-B0D74F44C4C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3FFE3E-D4C3-4749-A7D5-84E3BCF9B6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Data analytics helps simplify decision-making</a:t>
          </a:r>
        </a:p>
      </dgm:t>
    </dgm:pt>
    <dgm:pt modelId="{3E1CC4EB-9966-4C57-82FA-25009760F442}" type="parTrans" cxnId="{F11021A6-DBFA-4789-8B72-6D5E1F72E7D6}">
      <dgm:prSet/>
      <dgm:spPr/>
      <dgm:t>
        <a:bodyPr/>
        <a:lstStyle/>
        <a:p>
          <a:endParaRPr lang="en-US"/>
        </a:p>
      </dgm:t>
    </dgm:pt>
    <dgm:pt modelId="{06AAB9FD-FD9B-4CF2-904F-9A263102A5D4}" type="sibTrans" cxnId="{F11021A6-DBFA-4789-8B72-6D5E1F72E7D6}">
      <dgm:prSet/>
      <dgm:spPr/>
      <dgm:t>
        <a:bodyPr/>
        <a:lstStyle/>
        <a:p>
          <a:endParaRPr lang="en-US"/>
        </a:p>
      </dgm:t>
    </dgm:pt>
    <dgm:pt modelId="{BC1F7F34-855B-4CE5-A807-80CCEE9A2C09}" type="pres">
      <dgm:prSet presAssocID="{A9E67B69-B25D-46C3-A73A-DFADBDC9F9F3}" presName="root" presStyleCnt="0">
        <dgm:presLayoutVars>
          <dgm:dir/>
          <dgm:resizeHandles val="exact"/>
        </dgm:presLayoutVars>
      </dgm:prSet>
      <dgm:spPr/>
    </dgm:pt>
    <dgm:pt modelId="{A8A2F224-25C6-4F47-8DF6-146BDF0BDA00}" type="pres">
      <dgm:prSet presAssocID="{7EF459B7-2845-4BE4-9BC9-F71C87FCA3A3}" presName="compNode" presStyleCnt="0"/>
      <dgm:spPr/>
    </dgm:pt>
    <dgm:pt modelId="{3C7B9B96-C265-4B3F-AB5A-ECDB8D71A1AD}" type="pres">
      <dgm:prSet presAssocID="{7EF459B7-2845-4BE4-9BC9-F71C87FCA3A3}" presName="bgRect" presStyleLbl="bgShp" presStyleIdx="0" presStyleCnt="4"/>
      <dgm:spPr/>
    </dgm:pt>
    <dgm:pt modelId="{DD03365E-4F5F-447D-B4DA-11EBAB2D32C5}" type="pres">
      <dgm:prSet presAssocID="{7EF459B7-2845-4BE4-9BC9-F71C87FCA3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21ECBB8A-C099-454C-B077-6057D54394DA}" type="pres">
      <dgm:prSet presAssocID="{7EF459B7-2845-4BE4-9BC9-F71C87FCA3A3}" presName="spaceRect" presStyleCnt="0"/>
      <dgm:spPr/>
    </dgm:pt>
    <dgm:pt modelId="{18561317-EFE2-421C-985B-5AA6F65A5EC8}" type="pres">
      <dgm:prSet presAssocID="{7EF459B7-2845-4BE4-9BC9-F71C87FCA3A3}" presName="parTx" presStyleLbl="revTx" presStyleIdx="0" presStyleCnt="4">
        <dgm:presLayoutVars>
          <dgm:chMax val="0"/>
          <dgm:chPref val="0"/>
        </dgm:presLayoutVars>
      </dgm:prSet>
      <dgm:spPr/>
    </dgm:pt>
    <dgm:pt modelId="{01F9DEB9-49C6-4B22-A63C-D288350F728E}" type="pres">
      <dgm:prSet presAssocID="{086F9538-7C97-4550-9FC8-057B8C6C2EF6}" presName="sibTrans" presStyleCnt="0"/>
      <dgm:spPr/>
    </dgm:pt>
    <dgm:pt modelId="{D9DBE30B-CC32-45E6-BDCA-0479F9439678}" type="pres">
      <dgm:prSet presAssocID="{EE2ACCB6-2FDF-4C40-BAE8-4F91B5A42C7E}" presName="compNode" presStyleCnt="0"/>
      <dgm:spPr/>
    </dgm:pt>
    <dgm:pt modelId="{69BB06E1-9709-4CBD-BAEC-D4A83E55CB17}" type="pres">
      <dgm:prSet presAssocID="{EE2ACCB6-2FDF-4C40-BAE8-4F91B5A42C7E}" presName="bgRect" presStyleLbl="bgShp" presStyleIdx="1" presStyleCnt="4"/>
      <dgm:spPr/>
    </dgm:pt>
    <dgm:pt modelId="{F4B72615-C02A-4AFF-AE96-68713D49D268}" type="pres">
      <dgm:prSet presAssocID="{EE2ACCB6-2FDF-4C40-BAE8-4F91B5A42C7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15B8EE38-8028-4FCC-AAF9-4CAE2555AD34}" type="pres">
      <dgm:prSet presAssocID="{EE2ACCB6-2FDF-4C40-BAE8-4F91B5A42C7E}" presName="spaceRect" presStyleCnt="0"/>
      <dgm:spPr/>
    </dgm:pt>
    <dgm:pt modelId="{A5FC7A54-F6D6-4F7E-8DA2-C1696F07AF70}" type="pres">
      <dgm:prSet presAssocID="{EE2ACCB6-2FDF-4C40-BAE8-4F91B5A42C7E}" presName="parTx" presStyleLbl="revTx" presStyleIdx="1" presStyleCnt="4">
        <dgm:presLayoutVars>
          <dgm:chMax val="0"/>
          <dgm:chPref val="0"/>
        </dgm:presLayoutVars>
      </dgm:prSet>
      <dgm:spPr/>
    </dgm:pt>
    <dgm:pt modelId="{025A5FF0-41F0-4944-89DB-106AB464C523}" type="pres">
      <dgm:prSet presAssocID="{5E3AB3B7-EBF8-418C-AB22-2C42192F9B5E}" presName="sibTrans" presStyleCnt="0"/>
      <dgm:spPr/>
    </dgm:pt>
    <dgm:pt modelId="{F615839F-EEC2-4F70-BE0E-0F93B03DF801}" type="pres">
      <dgm:prSet presAssocID="{5F202041-AF43-4BCA-B8D1-3D1AD5441743}" presName="compNode" presStyleCnt="0"/>
      <dgm:spPr/>
    </dgm:pt>
    <dgm:pt modelId="{EC930495-FFCB-4858-A766-01F992E5F832}" type="pres">
      <dgm:prSet presAssocID="{5F202041-AF43-4BCA-B8D1-3D1AD5441743}" presName="bgRect" presStyleLbl="bgShp" presStyleIdx="2" presStyleCnt="4"/>
      <dgm:spPr/>
    </dgm:pt>
    <dgm:pt modelId="{4D82B30B-F8D2-47E5-BE54-01B219D8CDAC}" type="pres">
      <dgm:prSet presAssocID="{5F202041-AF43-4BCA-B8D1-3D1AD544174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90054E46-E572-4CFE-9142-6725FF656288}" type="pres">
      <dgm:prSet presAssocID="{5F202041-AF43-4BCA-B8D1-3D1AD5441743}" presName="spaceRect" presStyleCnt="0"/>
      <dgm:spPr/>
    </dgm:pt>
    <dgm:pt modelId="{31195201-8417-4604-BE67-36FD806A1EA0}" type="pres">
      <dgm:prSet presAssocID="{5F202041-AF43-4BCA-B8D1-3D1AD5441743}" presName="parTx" presStyleLbl="revTx" presStyleIdx="2" presStyleCnt="4">
        <dgm:presLayoutVars>
          <dgm:chMax val="0"/>
          <dgm:chPref val="0"/>
        </dgm:presLayoutVars>
      </dgm:prSet>
      <dgm:spPr/>
    </dgm:pt>
    <dgm:pt modelId="{ECE3BBA2-DD55-4B60-974B-FAE320E78004}" type="pres">
      <dgm:prSet presAssocID="{168C4A86-04DE-4066-8799-EEBC57D9E461}" presName="sibTrans" presStyleCnt="0"/>
      <dgm:spPr/>
    </dgm:pt>
    <dgm:pt modelId="{C27EACEE-41CE-4EE3-8DF6-B9C3A6DA157E}" type="pres">
      <dgm:prSet presAssocID="{C13FFE3E-D4C3-4749-A7D5-84E3BCF9B69A}" presName="compNode" presStyleCnt="0"/>
      <dgm:spPr/>
    </dgm:pt>
    <dgm:pt modelId="{73E15CD1-1E1F-4138-8842-BA75CD0D3C54}" type="pres">
      <dgm:prSet presAssocID="{C13FFE3E-D4C3-4749-A7D5-84E3BCF9B69A}" presName="bgRect" presStyleLbl="bgShp" presStyleIdx="3" presStyleCnt="4"/>
      <dgm:spPr/>
    </dgm:pt>
    <dgm:pt modelId="{666AB215-6F59-4ABD-966C-E4C278B39448}" type="pres">
      <dgm:prSet presAssocID="{C13FFE3E-D4C3-4749-A7D5-84E3BCF9B69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88AB979-55B7-4025-A9CE-0DB504CE9102}" type="pres">
      <dgm:prSet presAssocID="{C13FFE3E-D4C3-4749-A7D5-84E3BCF9B69A}" presName="spaceRect" presStyleCnt="0"/>
      <dgm:spPr/>
    </dgm:pt>
    <dgm:pt modelId="{1F353640-5C95-4900-B611-96AA3024F7C7}" type="pres">
      <dgm:prSet presAssocID="{C13FFE3E-D4C3-4749-A7D5-84E3BCF9B69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AA86F17-43B9-4448-98CF-232A5105D9C2}" type="presOf" srcId="{7EF459B7-2845-4BE4-9BC9-F71C87FCA3A3}" destId="{18561317-EFE2-421C-985B-5AA6F65A5EC8}" srcOrd="0" destOrd="0" presId="urn:microsoft.com/office/officeart/2018/2/layout/IconVerticalSolidList"/>
    <dgm:cxn modelId="{EEDB4E3D-E1B0-A84A-97DE-5C7A947C3FDF}" type="presOf" srcId="{A9E67B69-B25D-46C3-A73A-DFADBDC9F9F3}" destId="{BC1F7F34-855B-4CE5-A807-80CCEE9A2C09}" srcOrd="0" destOrd="0" presId="urn:microsoft.com/office/officeart/2018/2/layout/IconVerticalSolidList"/>
    <dgm:cxn modelId="{AD44249E-1112-E94E-A969-8A7D7AC1A725}" type="presOf" srcId="{5F202041-AF43-4BCA-B8D1-3D1AD5441743}" destId="{31195201-8417-4604-BE67-36FD806A1EA0}" srcOrd="0" destOrd="0" presId="urn:microsoft.com/office/officeart/2018/2/layout/IconVerticalSolidList"/>
    <dgm:cxn modelId="{2B61FCA4-3EE5-479A-8C18-2A3D220B93C3}" srcId="{A9E67B69-B25D-46C3-A73A-DFADBDC9F9F3}" destId="{7EF459B7-2845-4BE4-9BC9-F71C87FCA3A3}" srcOrd="0" destOrd="0" parTransId="{DA4D2048-B54F-47FE-81BE-AC36077B0E60}" sibTransId="{086F9538-7C97-4550-9FC8-057B8C6C2EF6}"/>
    <dgm:cxn modelId="{F11021A6-DBFA-4789-8B72-6D5E1F72E7D6}" srcId="{A9E67B69-B25D-46C3-A73A-DFADBDC9F9F3}" destId="{C13FFE3E-D4C3-4749-A7D5-84E3BCF9B69A}" srcOrd="3" destOrd="0" parTransId="{3E1CC4EB-9966-4C57-82FA-25009760F442}" sibTransId="{06AAB9FD-FD9B-4CF2-904F-9A263102A5D4}"/>
    <dgm:cxn modelId="{26BB99DF-64DA-2948-ABE9-B9F375840B55}" type="presOf" srcId="{C13FFE3E-D4C3-4749-A7D5-84E3BCF9B69A}" destId="{1F353640-5C95-4900-B611-96AA3024F7C7}" srcOrd="0" destOrd="0" presId="urn:microsoft.com/office/officeart/2018/2/layout/IconVerticalSolidList"/>
    <dgm:cxn modelId="{7E6137E2-F39F-430D-90FD-B0D74F44C4C7}" srcId="{A9E67B69-B25D-46C3-A73A-DFADBDC9F9F3}" destId="{5F202041-AF43-4BCA-B8D1-3D1AD5441743}" srcOrd="2" destOrd="0" parTransId="{CD6E73F2-4115-4E51-B7D9-E72F53535367}" sibTransId="{168C4A86-04DE-4066-8799-EEBC57D9E461}"/>
    <dgm:cxn modelId="{DB263FEC-76C9-1945-A375-7167B38FB976}" type="presOf" srcId="{EE2ACCB6-2FDF-4C40-BAE8-4F91B5A42C7E}" destId="{A5FC7A54-F6D6-4F7E-8DA2-C1696F07AF70}" srcOrd="0" destOrd="0" presId="urn:microsoft.com/office/officeart/2018/2/layout/IconVerticalSolidList"/>
    <dgm:cxn modelId="{35D4D0F4-6007-49E2-A0AD-E7771DC16F07}" srcId="{A9E67B69-B25D-46C3-A73A-DFADBDC9F9F3}" destId="{EE2ACCB6-2FDF-4C40-BAE8-4F91B5A42C7E}" srcOrd="1" destOrd="0" parTransId="{E79D06B7-FD3D-445E-93EC-244B560C6B43}" sibTransId="{5E3AB3B7-EBF8-418C-AB22-2C42192F9B5E}"/>
    <dgm:cxn modelId="{E679608E-51C0-F04C-8F26-DF3B8E2A010D}" type="presParOf" srcId="{BC1F7F34-855B-4CE5-A807-80CCEE9A2C09}" destId="{A8A2F224-25C6-4F47-8DF6-146BDF0BDA00}" srcOrd="0" destOrd="0" presId="urn:microsoft.com/office/officeart/2018/2/layout/IconVerticalSolidList"/>
    <dgm:cxn modelId="{C0688424-3D7D-B54F-9C5B-A64E207EA33B}" type="presParOf" srcId="{A8A2F224-25C6-4F47-8DF6-146BDF0BDA00}" destId="{3C7B9B96-C265-4B3F-AB5A-ECDB8D71A1AD}" srcOrd="0" destOrd="0" presId="urn:microsoft.com/office/officeart/2018/2/layout/IconVerticalSolidList"/>
    <dgm:cxn modelId="{9F165771-1080-244D-A48F-E014E2BFF585}" type="presParOf" srcId="{A8A2F224-25C6-4F47-8DF6-146BDF0BDA00}" destId="{DD03365E-4F5F-447D-B4DA-11EBAB2D32C5}" srcOrd="1" destOrd="0" presId="urn:microsoft.com/office/officeart/2018/2/layout/IconVerticalSolidList"/>
    <dgm:cxn modelId="{5761ACF5-3DE4-4446-92DB-C31A4F53B7BD}" type="presParOf" srcId="{A8A2F224-25C6-4F47-8DF6-146BDF0BDA00}" destId="{21ECBB8A-C099-454C-B077-6057D54394DA}" srcOrd="2" destOrd="0" presId="urn:microsoft.com/office/officeart/2018/2/layout/IconVerticalSolidList"/>
    <dgm:cxn modelId="{AE3E1AD1-AB98-2648-A6AF-987603A8D770}" type="presParOf" srcId="{A8A2F224-25C6-4F47-8DF6-146BDF0BDA00}" destId="{18561317-EFE2-421C-985B-5AA6F65A5EC8}" srcOrd="3" destOrd="0" presId="urn:microsoft.com/office/officeart/2018/2/layout/IconVerticalSolidList"/>
    <dgm:cxn modelId="{3C3A09B6-C70F-5842-9CE8-A7A8C64770FC}" type="presParOf" srcId="{BC1F7F34-855B-4CE5-A807-80CCEE9A2C09}" destId="{01F9DEB9-49C6-4B22-A63C-D288350F728E}" srcOrd="1" destOrd="0" presId="urn:microsoft.com/office/officeart/2018/2/layout/IconVerticalSolidList"/>
    <dgm:cxn modelId="{E7D9090A-7861-764F-A46B-E6241B9FE625}" type="presParOf" srcId="{BC1F7F34-855B-4CE5-A807-80CCEE9A2C09}" destId="{D9DBE30B-CC32-45E6-BDCA-0479F9439678}" srcOrd="2" destOrd="0" presId="urn:microsoft.com/office/officeart/2018/2/layout/IconVerticalSolidList"/>
    <dgm:cxn modelId="{103AF59D-840A-034C-914A-0A71B3A4FDCE}" type="presParOf" srcId="{D9DBE30B-CC32-45E6-BDCA-0479F9439678}" destId="{69BB06E1-9709-4CBD-BAEC-D4A83E55CB17}" srcOrd="0" destOrd="0" presId="urn:microsoft.com/office/officeart/2018/2/layout/IconVerticalSolidList"/>
    <dgm:cxn modelId="{8A82FA9D-E561-634D-8C79-AC5B20BDA625}" type="presParOf" srcId="{D9DBE30B-CC32-45E6-BDCA-0479F9439678}" destId="{F4B72615-C02A-4AFF-AE96-68713D49D268}" srcOrd="1" destOrd="0" presId="urn:microsoft.com/office/officeart/2018/2/layout/IconVerticalSolidList"/>
    <dgm:cxn modelId="{610F261E-56F4-D54E-88A7-6DC9D76EAED6}" type="presParOf" srcId="{D9DBE30B-CC32-45E6-BDCA-0479F9439678}" destId="{15B8EE38-8028-4FCC-AAF9-4CAE2555AD34}" srcOrd="2" destOrd="0" presId="urn:microsoft.com/office/officeart/2018/2/layout/IconVerticalSolidList"/>
    <dgm:cxn modelId="{E1295E62-94D8-6145-9FD2-D922AF4C15F2}" type="presParOf" srcId="{D9DBE30B-CC32-45E6-BDCA-0479F9439678}" destId="{A5FC7A54-F6D6-4F7E-8DA2-C1696F07AF70}" srcOrd="3" destOrd="0" presId="urn:microsoft.com/office/officeart/2018/2/layout/IconVerticalSolidList"/>
    <dgm:cxn modelId="{BAEF3EE8-9955-D045-982C-C1DA548929D1}" type="presParOf" srcId="{BC1F7F34-855B-4CE5-A807-80CCEE9A2C09}" destId="{025A5FF0-41F0-4944-89DB-106AB464C523}" srcOrd="3" destOrd="0" presId="urn:microsoft.com/office/officeart/2018/2/layout/IconVerticalSolidList"/>
    <dgm:cxn modelId="{48EDBD92-D026-3D44-8503-62A75E931188}" type="presParOf" srcId="{BC1F7F34-855B-4CE5-A807-80CCEE9A2C09}" destId="{F615839F-EEC2-4F70-BE0E-0F93B03DF801}" srcOrd="4" destOrd="0" presId="urn:microsoft.com/office/officeart/2018/2/layout/IconVerticalSolidList"/>
    <dgm:cxn modelId="{F8B869B8-BCFA-034D-B707-181C1851BF79}" type="presParOf" srcId="{F615839F-EEC2-4F70-BE0E-0F93B03DF801}" destId="{EC930495-FFCB-4858-A766-01F992E5F832}" srcOrd="0" destOrd="0" presId="urn:microsoft.com/office/officeart/2018/2/layout/IconVerticalSolidList"/>
    <dgm:cxn modelId="{4253C911-34E2-7740-8CE8-C750EC70AFFC}" type="presParOf" srcId="{F615839F-EEC2-4F70-BE0E-0F93B03DF801}" destId="{4D82B30B-F8D2-47E5-BE54-01B219D8CDAC}" srcOrd="1" destOrd="0" presId="urn:microsoft.com/office/officeart/2018/2/layout/IconVerticalSolidList"/>
    <dgm:cxn modelId="{0267DFC9-CC75-6F49-B7DB-4D04EE3F142D}" type="presParOf" srcId="{F615839F-EEC2-4F70-BE0E-0F93B03DF801}" destId="{90054E46-E572-4CFE-9142-6725FF656288}" srcOrd="2" destOrd="0" presId="urn:microsoft.com/office/officeart/2018/2/layout/IconVerticalSolidList"/>
    <dgm:cxn modelId="{5B858951-1016-1A4C-9F79-88FCCB268BD7}" type="presParOf" srcId="{F615839F-EEC2-4F70-BE0E-0F93B03DF801}" destId="{31195201-8417-4604-BE67-36FD806A1EA0}" srcOrd="3" destOrd="0" presId="urn:microsoft.com/office/officeart/2018/2/layout/IconVerticalSolidList"/>
    <dgm:cxn modelId="{7B56DE49-F7B3-C048-8F71-5A1181403A4D}" type="presParOf" srcId="{BC1F7F34-855B-4CE5-A807-80CCEE9A2C09}" destId="{ECE3BBA2-DD55-4B60-974B-FAE320E78004}" srcOrd="5" destOrd="0" presId="urn:microsoft.com/office/officeart/2018/2/layout/IconVerticalSolidList"/>
    <dgm:cxn modelId="{8C4FF1C8-4C04-F744-AB3D-A9204614A70E}" type="presParOf" srcId="{BC1F7F34-855B-4CE5-A807-80CCEE9A2C09}" destId="{C27EACEE-41CE-4EE3-8DF6-B9C3A6DA157E}" srcOrd="6" destOrd="0" presId="urn:microsoft.com/office/officeart/2018/2/layout/IconVerticalSolidList"/>
    <dgm:cxn modelId="{E3F477BA-83E6-3B41-B844-96A7ADFCC855}" type="presParOf" srcId="{C27EACEE-41CE-4EE3-8DF6-B9C3A6DA157E}" destId="{73E15CD1-1E1F-4138-8842-BA75CD0D3C54}" srcOrd="0" destOrd="0" presId="urn:microsoft.com/office/officeart/2018/2/layout/IconVerticalSolidList"/>
    <dgm:cxn modelId="{E596E20D-A584-A44E-A847-33E1E8E331B4}" type="presParOf" srcId="{C27EACEE-41CE-4EE3-8DF6-B9C3A6DA157E}" destId="{666AB215-6F59-4ABD-966C-E4C278B39448}" srcOrd="1" destOrd="0" presId="urn:microsoft.com/office/officeart/2018/2/layout/IconVerticalSolidList"/>
    <dgm:cxn modelId="{486C3B5C-7C02-024B-95FA-D14FE32DF9CE}" type="presParOf" srcId="{C27EACEE-41CE-4EE3-8DF6-B9C3A6DA157E}" destId="{F88AB979-55B7-4025-A9CE-0DB504CE9102}" srcOrd="2" destOrd="0" presId="urn:microsoft.com/office/officeart/2018/2/layout/IconVerticalSolidList"/>
    <dgm:cxn modelId="{BFD9F395-A6DC-CE4D-886F-192048EA89E6}" type="presParOf" srcId="{C27EACEE-41CE-4EE3-8DF6-B9C3A6DA157E}" destId="{1F353640-5C95-4900-B611-96AA3024F7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79701C-7160-4210-8405-8A5AEFEE64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632A229-33A0-41BE-A863-82FFE041E956}">
      <dgm:prSet/>
      <dgm:spPr/>
      <dgm:t>
        <a:bodyPr/>
        <a:lstStyle/>
        <a:p>
          <a:r>
            <a:rPr lang="en-US"/>
            <a:t>• Scrape data from CarWale</a:t>
          </a:r>
        </a:p>
      </dgm:t>
    </dgm:pt>
    <dgm:pt modelId="{B6E920AA-0F95-404E-8FA8-E7AD46DD0EB4}" type="parTrans" cxnId="{8FC5BA4A-D095-4620-8A5E-1CCAFBA08A4B}">
      <dgm:prSet/>
      <dgm:spPr/>
      <dgm:t>
        <a:bodyPr/>
        <a:lstStyle/>
        <a:p>
          <a:endParaRPr lang="en-US"/>
        </a:p>
      </dgm:t>
    </dgm:pt>
    <dgm:pt modelId="{172A501F-E5D7-41C8-A05F-3DE0B3B2EF47}" type="sibTrans" cxnId="{8FC5BA4A-D095-4620-8A5E-1CCAFBA08A4B}">
      <dgm:prSet/>
      <dgm:spPr/>
      <dgm:t>
        <a:bodyPr/>
        <a:lstStyle/>
        <a:p>
          <a:endParaRPr lang="en-US"/>
        </a:p>
      </dgm:t>
    </dgm:pt>
    <dgm:pt modelId="{B6586C0D-3D28-4470-A5C9-EC5FFCBE5E84}">
      <dgm:prSet/>
      <dgm:spPr/>
      <dgm:t>
        <a:bodyPr/>
        <a:lstStyle/>
        <a:p>
          <a:r>
            <a:rPr lang="en-US"/>
            <a:t>• Clean and process data</a:t>
          </a:r>
        </a:p>
      </dgm:t>
    </dgm:pt>
    <dgm:pt modelId="{B1675283-795B-46BB-9A2C-29E43B1B2173}" type="parTrans" cxnId="{09978726-F1E2-459F-AF33-20424AFE66A8}">
      <dgm:prSet/>
      <dgm:spPr/>
      <dgm:t>
        <a:bodyPr/>
        <a:lstStyle/>
        <a:p>
          <a:endParaRPr lang="en-US"/>
        </a:p>
      </dgm:t>
    </dgm:pt>
    <dgm:pt modelId="{7B7B883D-0FB6-4E18-B5CD-EED17D52CBE3}" type="sibTrans" cxnId="{09978726-F1E2-459F-AF33-20424AFE66A8}">
      <dgm:prSet/>
      <dgm:spPr/>
      <dgm:t>
        <a:bodyPr/>
        <a:lstStyle/>
        <a:p>
          <a:endParaRPr lang="en-US"/>
        </a:p>
      </dgm:t>
    </dgm:pt>
    <dgm:pt modelId="{B9E9E349-5295-4A90-A6A3-38A4A3EF6D3E}">
      <dgm:prSet/>
      <dgm:spPr/>
      <dgm:t>
        <a:bodyPr/>
        <a:lstStyle/>
        <a:p>
          <a:r>
            <a:rPr lang="en-US"/>
            <a:t>• Visualize and analyze pricing patterns</a:t>
          </a:r>
        </a:p>
      </dgm:t>
    </dgm:pt>
    <dgm:pt modelId="{DF5C5321-8C9B-4897-A0F2-BA00C21FCE49}" type="parTrans" cxnId="{9509D27F-A5CC-4374-9B9A-1029EA3A3224}">
      <dgm:prSet/>
      <dgm:spPr/>
      <dgm:t>
        <a:bodyPr/>
        <a:lstStyle/>
        <a:p>
          <a:endParaRPr lang="en-US"/>
        </a:p>
      </dgm:t>
    </dgm:pt>
    <dgm:pt modelId="{D1DB511E-A79D-4E20-8AA3-63C398482A2A}" type="sibTrans" cxnId="{9509D27F-A5CC-4374-9B9A-1029EA3A3224}">
      <dgm:prSet/>
      <dgm:spPr/>
      <dgm:t>
        <a:bodyPr/>
        <a:lstStyle/>
        <a:p>
          <a:endParaRPr lang="en-US"/>
        </a:p>
      </dgm:t>
    </dgm:pt>
    <dgm:pt modelId="{59D56175-1371-48C0-9669-673FB7961BD4}">
      <dgm:prSet/>
      <dgm:spPr/>
      <dgm:t>
        <a:bodyPr/>
        <a:lstStyle/>
        <a:p>
          <a:r>
            <a:rPr lang="en-US"/>
            <a:t>• Identify affordable, high-quality used cars</a:t>
          </a:r>
        </a:p>
      </dgm:t>
    </dgm:pt>
    <dgm:pt modelId="{5C858D12-4C76-489B-A35F-B77879DF399A}" type="parTrans" cxnId="{3089450A-4A16-4381-83CE-AB54DD351FA9}">
      <dgm:prSet/>
      <dgm:spPr/>
      <dgm:t>
        <a:bodyPr/>
        <a:lstStyle/>
        <a:p>
          <a:endParaRPr lang="en-US"/>
        </a:p>
      </dgm:t>
    </dgm:pt>
    <dgm:pt modelId="{8EC52EBC-54BF-49D0-9369-26AC786376F1}" type="sibTrans" cxnId="{3089450A-4A16-4381-83CE-AB54DD351FA9}">
      <dgm:prSet/>
      <dgm:spPr/>
      <dgm:t>
        <a:bodyPr/>
        <a:lstStyle/>
        <a:p>
          <a:endParaRPr lang="en-US"/>
        </a:p>
      </dgm:t>
    </dgm:pt>
    <dgm:pt modelId="{43B7DA31-0B4A-4984-ABAA-96FC7D81650E}">
      <dgm:prSet/>
      <dgm:spPr/>
      <dgm:t>
        <a:bodyPr/>
        <a:lstStyle/>
        <a:p>
          <a:r>
            <a:rPr lang="en-US"/>
            <a:t>• Assist buyers with informed choices</a:t>
          </a:r>
        </a:p>
      </dgm:t>
    </dgm:pt>
    <dgm:pt modelId="{8CE6DAC2-B879-412A-95E0-D07D789BC129}" type="parTrans" cxnId="{8E06D436-1379-4BF8-BA02-CDFF35E0204E}">
      <dgm:prSet/>
      <dgm:spPr/>
      <dgm:t>
        <a:bodyPr/>
        <a:lstStyle/>
        <a:p>
          <a:endParaRPr lang="en-US"/>
        </a:p>
      </dgm:t>
    </dgm:pt>
    <dgm:pt modelId="{19587AA4-C01D-4D7F-97F6-65C976A73743}" type="sibTrans" cxnId="{8E06D436-1379-4BF8-BA02-CDFF35E0204E}">
      <dgm:prSet/>
      <dgm:spPr/>
      <dgm:t>
        <a:bodyPr/>
        <a:lstStyle/>
        <a:p>
          <a:endParaRPr lang="en-US"/>
        </a:p>
      </dgm:t>
    </dgm:pt>
    <dgm:pt modelId="{D34CDB12-EC12-41FF-9F90-F47DE66A59AD}" type="pres">
      <dgm:prSet presAssocID="{5C79701C-7160-4210-8405-8A5AEFEE64E5}" presName="root" presStyleCnt="0">
        <dgm:presLayoutVars>
          <dgm:dir/>
          <dgm:resizeHandles val="exact"/>
        </dgm:presLayoutVars>
      </dgm:prSet>
      <dgm:spPr/>
    </dgm:pt>
    <dgm:pt modelId="{88E8FF1E-3443-486A-959C-0375B6458447}" type="pres">
      <dgm:prSet presAssocID="{0632A229-33A0-41BE-A863-82FFE041E956}" presName="compNode" presStyleCnt="0"/>
      <dgm:spPr/>
    </dgm:pt>
    <dgm:pt modelId="{644B2FEE-8250-43B0-90CB-23F7A173409B}" type="pres">
      <dgm:prSet presAssocID="{0632A229-33A0-41BE-A863-82FFE041E956}" presName="bgRect" presStyleLbl="bgShp" presStyleIdx="0" presStyleCnt="5"/>
      <dgm:spPr/>
    </dgm:pt>
    <dgm:pt modelId="{A989CC37-6425-4621-801D-6B183D405A8B}" type="pres">
      <dgm:prSet presAssocID="{0632A229-33A0-41BE-A863-82FFE041E95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EA57996B-E7E4-48B0-9D8F-59B6527FE1C3}" type="pres">
      <dgm:prSet presAssocID="{0632A229-33A0-41BE-A863-82FFE041E956}" presName="spaceRect" presStyleCnt="0"/>
      <dgm:spPr/>
    </dgm:pt>
    <dgm:pt modelId="{B6B2C6A8-AF87-40DB-83DC-8EFED0F905A2}" type="pres">
      <dgm:prSet presAssocID="{0632A229-33A0-41BE-A863-82FFE041E956}" presName="parTx" presStyleLbl="revTx" presStyleIdx="0" presStyleCnt="5">
        <dgm:presLayoutVars>
          <dgm:chMax val="0"/>
          <dgm:chPref val="0"/>
        </dgm:presLayoutVars>
      </dgm:prSet>
      <dgm:spPr/>
    </dgm:pt>
    <dgm:pt modelId="{94505D7E-E59A-4184-9C61-D70C887EAF51}" type="pres">
      <dgm:prSet presAssocID="{172A501F-E5D7-41C8-A05F-3DE0B3B2EF47}" presName="sibTrans" presStyleCnt="0"/>
      <dgm:spPr/>
    </dgm:pt>
    <dgm:pt modelId="{76066602-7594-4A2F-87A0-03C5CD9BA724}" type="pres">
      <dgm:prSet presAssocID="{B6586C0D-3D28-4470-A5C9-EC5FFCBE5E84}" presName="compNode" presStyleCnt="0"/>
      <dgm:spPr/>
    </dgm:pt>
    <dgm:pt modelId="{353E8729-F78A-4999-ACBA-3299135876B0}" type="pres">
      <dgm:prSet presAssocID="{B6586C0D-3D28-4470-A5C9-EC5FFCBE5E84}" presName="bgRect" presStyleLbl="bgShp" presStyleIdx="1" presStyleCnt="5"/>
      <dgm:spPr/>
    </dgm:pt>
    <dgm:pt modelId="{233B9FB4-29B9-4666-A0FE-7C0E9CF01450}" type="pres">
      <dgm:prSet presAssocID="{B6586C0D-3D28-4470-A5C9-EC5FFCBE5E8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2746D1AA-62F5-43D9-A625-9C9CAF13F229}" type="pres">
      <dgm:prSet presAssocID="{B6586C0D-3D28-4470-A5C9-EC5FFCBE5E84}" presName="spaceRect" presStyleCnt="0"/>
      <dgm:spPr/>
    </dgm:pt>
    <dgm:pt modelId="{C22D8EED-4989-4024-8E38-680B1C157550}" type="pres">
      <dgm:prSet presAssocID="{B6586C0D-3D28-4470-A5C9-EC5FFCBE5E84}" presName="parTx" presStyleLbl="revTx" presStyleIdx="1" presStyleCnt="5">
        <dgm:presLayoutVars>
          <dgm:chMax val="0"/>
          <dgm:chPref val="0"/>
        </dgm:presLayoutVars>
      </dgm:prSet>
      <dgm:spPr/>
    </dgm:pt>
    <dgm:pt modelId="{D216A7F8-5D95-4BA9-BEA8-03AAF9DEBF58}" type="pres">
      <dgm:prSet presAssocID="{7B7B883D-0FB6-4E18-B5CD-EED17D52CBE3}" presName="sibTrans" presStyleCnt="0"/>
      <dgm:spPr/>
    </dgm:pt>
    <dgm:pt modelId="{7FE09520-F487-4175-B3EF-9EA443E4CC33}" type="pres">
      <dgm:prSet presAssocID="{B9E9E349-5295-4A90-A6A3-38A4A3EF6D3E}" presName="compNode" presStyleCnt="0"/>
      <dgm:spPr/>
    </dgm:pt>
    <dgm:pt modelId="{312568A6-FF6C-4B73-93DB-08FEA8F410D3}" type="pres">
      <dgm:prSet presAssocID="{B9E9E349-5295-4A90-A6A3-38A4A3EF6D3E}" presName="bgRect" presStyleLbl="bgShp" presStyleIdx="2" presStyleCnt="5"/>
      <dgm:spPr/>
    </dgm:pt>
    <dgm:pt modelId="{CF5F6E8D-35EA-42F9-A094-22E52638C6B2}" type="pres">
      <dgm:prSet presAssocID="{B9E9E349-5295-4A90-A6A3-38A4A3EF6D3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4C426AC-0BCE-4D7C-968C-D1FE4E25D3C2}" type="pres">
      <dgm:prSet presAssocID="{B9E9E349-5295-4A90-A6A3-38A4A3EF6D3E}" presName="spaceRect" presStyleCnt="0"/>
      <dgm:spPr/>
    </dgm:pt>
    <dgm:pt modelId="{88AED28E-15E2-402E-B838-6950C7FD83E5}" type="pres">
      <dgm:prSet presAssocID="{B9E9E349-5295-4A90-A6A3-38A4A3EF6D3E}" presName="parTx" presStyleLbl="revTx" presStyleIdx="2" presStyleCnt="5">
        <dgm:presLayoutVars>
          <dgm:chMax val="0"/>
          <dgm:chPref val="0"/>
        </dgm:presLayoutVars>
      </dgm:prSet>
      <dgm:spPr/>
    </dgm:pt>
    <dgm:pt modelId="{9C6D7B67-D646-4B56-B3C6-2820F8F728DE}" type="pres">
      <dgm:prSet presAssocID="{D1DB511E-A79D-4E20-8AA3-63C398482A2A}" presName="sibTrans" presStyleCnt="0"/>
      <dgm:spPr/>
    </dgm:pt>
    <dgm:pt modelId="{8AC759EC-D6E6-4CA7-89A8-7E686A7976FD}" type="pres">
      <dgm:prSet presAssocID="{59D56175-1371-48C0-9669-673FB7961BD4}" presName="compNode" presStyleCnt="0"/>
      <dgm:spPr/>
    </dgm:pt>
    <dgm:pt modelId="{13950FDA-C954-429F-8C8D-13B4A126068A}" type="pres">
      <dgm:prSet presAssocID="{59D56175-1371-48C0-9669-673FB7961BD4}" presName="bgRect" presStyleLbl="bgShp" presStyleIdx="3" presStyleCnt="5"/>
      <dgm:spPr/>
    </dgm:pt>
    <dgm:pt modelId="{F6713A70-99E0-4616-B8B9-7B8321967061}" type="pres">
      <dgm:prSet presAssocID="{59D56175-1371-48C0-9669-673FB7961BD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809F702E-365D-48E5-9FFE-F50F6DF8DA1B}" type="pres">
      <dgm:prSet presAssocID="{59D56175-1371-48C0-9669-673FB7961BD4}" presName="spaceRect" presStyleCnt="0"/>
      <dgm:spPr/>
    </dgm:pt>
    <dgm:pt modelId="{C9E9DD9D-6516-4BE5-9ED8-F39648077745}" type="pres">
      <dgm:prSet presAssocID="{59D56175-1371-48C0-9669-673FB7961BD4}" presName="parTx" presStyleLbl="revTx" presStyleIdx="3" presStyleCnt="5">
        <dgm:presLayoutVars>
          <dgm:chMax val="0"/>
          <dgm:chPref val="0"/>
        </dgm:presLayoutVars>
      </dgm:prSet>
      <dgm:spPr/>
    </dgm:pt>
    <dgm:pt modelId="{55AB59A9-3007-48D4-B6A8-77608AD5996B}" type="pres">
      <dgm:prSet presAssocID="{8EC52EBC-54BF-49D0-9369-26AC786376F1}" presName="sibTrans" presStyleCnt="0"/>
      <dgm:spPr/>
    </dgm:pt>
    <dgm:pt modelId="{806108A4-3254-4CCE-8CB9-55B8D6E122E0}" type="pres">
      <dgm:prSet presAssocID="{43B7DA31-0B4A-4984-ABAA-96FC7D81650E}" presName="compNode" presStyleCnt="0"/>
      <dgm:spPr/>
    </dgm:pt>
    <dgm:pt modelId="{7D997782-7FF5-427F-9B86-2D8A3077AF0B}" type="pres">
      <dgm:prSet presAssocID="{43B7DA31-0B4A-4984-ABAA-96FC7D81650E}" presName="bgRect" presStyleLbl="bgShp" presStyleIdx="4" presStyleCnt="5"/>
      <dgm:spPr/>
    </dgm:pt>
    <dgm:pt modelId="{79E67730-7789-4D8A-A47A-76E5CD38C70F}" type="pres">
      <dgm:prSet presAssocID="{43B7DA31-0B4A-4984-ABAA-96FC7D81650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1F5F631C-24FF-4920-ADB4-78F0B672F1AF}" type="pres">
      <dgm:prSet presAssocID="{43B7DA31-0B4A-4984-ABAA-96FC7D81650E}" presName="spaceRect" presStyleCnt="0"/>
      <dgm:spPr/>
    </dgm:pt>
    <dgm:pt modelId="{A7C9A3BF-9F02-4B83-BAC2-803F1D7C4C1F}" type="pres">
      <dgm:prSet presAssocID="{43B7DA31-0B4A-4984-ABAA-96FC7D81650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A6A7B07-18DC-4A7E-AB14-9FF086E9356E}" type="presOf" srcId="{0632A229-33A0-41BE-A863-82FFE041E956}" destId="{B6B2C6A8-AF87-40DB-83DC-8EFED0F905A2}" srcOrd="0" destOrd="0" presId="urn:microsoft.com/office/officeart/2018/2/layout/IconVerticalSolidList"/>
    <dgm:cxn modelId="{3089450A-4A16-4381-83CE-AB54DD351FA9}" srcId="{5C79701C-7160-4210-8405-8A5AEFEE64E5}" destId="{59D56175-1371-48C0-9669-673FB7961BD4}" srcOrd="3" destOrd="0" parTransId="{5C858D12-4C76-489B-A35F-B77879DF399A}" sibTransId="{8EC52EBC-54BF-49D0-9369-26AC786376F1}"/>
    <dgm:cxn modelId="{A23C291A-6CE2-444F-B07F-FC0B33705581}" type="presOf" srcId="{5C79701C-7160-4210-8405-8A5AEFEE64E5}" destId="{D34CDB12-EC12-41FF-9F90-F47DE66A59AD}" srcOrd="0" destOrd="0" presId="urn:microsoft.com/office/officeart/2018/2/layout/IconVerticalSolidList"/>
    <dgm:cxn modelId="{22FAFD1B-0963-4BDD-943F-CF920CF9636D}" type="presOf" srcId="{59D56175-1371-48C0-9669-673FB7961BD4}" destId="{C9E9DD9D-6516-4BE5-9ED8-F39648077745}" srcOrd="0" destOrd="0" presId="urn:microsoft.com/office/officeart/2018/2/layout/IconVerticalSolidList"/>
    <dgm:cxn modelId="{09978726-F1E2-459F-AF33-20424AFE66A8}" srcId="{5C79701C-7160-4210-8405-8A5AEFEE64E5}" destId="{B6586C0D-3D28-4470-A5C9-EC5FFCBE5E84}" srcOrd="1" destOrd="0" parTransId="{B1675283-795B-46BB-9A2C-29E43B1B2173}" sibTransId="{7B7B883D-0FB6-4E18-B5CD-EED17D52CBE3}"/>
    <dgm:cxn modelId="{32671327-8FCD-44AF-8C98-4FBFB495E655}" type="presOf" srcId="{B6586C0D-3D28-4470-A5C9-EC5FFCBE5E84}" destId="{C22D8EED-4989-4024-8E38-680B1C157550}" srcOrd="0" destOrd="0" presId="urn:microsoft.com/office/officeart/2018/2/layout/IconVerticalSolidList"/>
    <dgm:cxn modelId="{8E06D436-1379-4BF8-BA02-CDFF35E0204E}" srcId="{5C79701C-7160-4210-8405-8A5AEFEE64E5}" destId="{43B7DA31-0B4A-4984-ABAA-96FC7D81650E}" srcOrd="4" destOrd="0" parTransId="{8CE6DAC2-B879-412A-95E0-D07D789BC129}" sibTransId="{19587AA4-C01D-4D7F-97F6-65C976A73743}"/>
    <dgm:cxn modelId="{8FC5BA4A-D095-4620-8A5E-1CCAFBA08A4B}" srcId="{5C79701C-7160-4210-8405-8A5AEFEE64E5}" destId="{0632A229-33A0-41BE-A863-82FFE041E956}" srcOrd="0" destOrd="0" parTransId="{B6E920AA-0F95-404E-8FA8-E7AD46DD0EB4}" sibTransId="{172A501F-E5D7-41C8-A05F-3DE0B3B2EF47}"/>
    <dgm:cxn modelId="{9509D27F-A5CC-4374-9B9A-1029EA3A3224}" srcId="{5C79701C-7160-4210-8405-8A5AEFEE64E5}" destId="{B9E9E349-5295-4A90-A6A3-38A4A3EF6D3E}" srcOrd="2" destOrd="0" parTransId="{DF5C5321-8C9B-4897-A0F2-BA00C21FCE49}" sibTransId="{D1DB511E-A79D-4E20-8AA3-63C398482A2A}"/>
    <dgm:cxn modelId="{70F7958D-DA33-410D-AD58-8C13AE2B600D}" type="presOf" srcId="{43B7DA31-0B4A-4984-ABAA-96FC7D81650E}" destId="{A7C9A3BF-9F02-4B83-BAC2-803F1D7C4C1F}" srcOrd="0" destOrd="0" presId="urn:microsoft.com/office/officeart/2018/2/layout/IconVerticalSolidList"/>
    <dgm:cxn modelId="{24E98DEE-9D40-43B0-8EBB-0C84F23AAF68}" type="presOf" srcId="{B9E9E349-5295-4A90-A6A3-38A4A3EF6D3E}" destId="{88AED28E-15E2-402E-B838-6950C7FD83E5}" srcOrd="0" destOrd="0" presId="urn:microsoft.com/office/officeart/2018/2/layout/IconVerticalSolidList"/>
    <dgm:cxn modelId="{BF63B50D-1DE7-4B31-A06D-C4E2B947BF73}" type="presParOf" srcId="{D34CDB12-EC12-41FF-9F90-F47DE66A59AD}" destId="{88E8FF1E-3443-486A-959C-0375B6458447}" srcOrd="0" destOrd="0" presId="urn:microsoft.com/office/officeart/2018/2/layout/IconVerticalSolidList"/>
    <dgm:cxn modelId="{5A986A94-DF6A-4EB6-9477-F8CA08638FAC}" type="presParOf" srcId="{88E8FF1E-3443-486A-959C-0375B6458447}" destId="{644B2FEE-8250-43B0-90CB-23F7A173409B}" srcOrd="0" destOrd="0" presId="urn:microsoft.com/office/officeart/2018/2/layout/IconVerticalSolidList"/>
    <dgm:cxn modelId="{2056DEE2-9B7A-4B9A-80FD-7890F54B09D3}" type="presParOf" srcId="{88E8FF1E-3443-486A-959C-0375B6458447}" destId="{A989CC37-6425-4621-801D-6B183D405A8B}" srcOrd="1" destOrd="0" presId="urn:microsoft.com/office/officeart/2018/2/layout/IconVerticalSolidList"/>
    <dgm:cxn modelId="{4EE73A32-D79C-4A31-ADF5-08197A1E9287}" type="presParOf" srcId="{88E8FF1E-3443-486A-959C-0375B6458447}" destId="{EA57996B-E7E4-48B0-9D8F-59B6527FE1C3}" srcOrd="2" destOrd="0" presId="urn:microsoft.com/office/officeart/2018/2/layout/IconVerticalSolidList"/>
    <dgm:cxn modelId="{164239DD-72E6-4DE5-BAD8-7BF19D5D37CD}" type="presParOf" srcId="{88E8FF1E-3443-486A-959C-0375B6458447}" destId="{B6B2C6A8-AF87-40DB-83DC-8EFED0F905A2}" srcOrd="3" destOrd="0" presId="urn:microsoft.com/office/officeart/2018/2/layout/IconVerticalSolidList"/>
    <dgm:cxn modelId="{3D4ED435-B124-40B3-A875-61A2237A2BBD}" type="presParOf" srcId="{D34CDB12-EC12-41FF-9F90-F47DE66A59AD}" destId="{94505D7E-E59A-4184-9C61-D70C887EAF51}" srcOrd="1" destOrd="0" presId="urn:microsoft.com/office/officeart/2018/2/layout/IconVerticalSolidList"/>
    <dgm:cxn modelId="{CF42C97F-558C-4373-946E-0A37E471DA34}" type="presParOf" srcId="{D34CDB12-EC12-41FF-9F90-F47DE66A59AD}" destId="{76066602-7594-4A2F-87A0-03C5CD9BA724}" srcOrd="2" destOrd="0" presId="urn:microsoft.com/office/officeart/2018/2/layout/IconVerticalSolidList"/>
    <dgm:cxn modelId="{DFAB296A-59E5-4FBC-B734-DDC3D0651225}" type="presParOf" srcId="{76066602-7594-4A2F-87A0-03C5CD9BA724}" destId="{353E8729-F78A-4999-ACBA-3299135876B0}" srcOrd="0" destOrd="0" presId="urn:microsoft.com/office/officeart/2018/2/layout/IconVerticalSolidList"/>
    <dgm:cxn modelId="{28E370E1-0B37-4427-8C49-58EB3C076C5F}" type="presParOf" srcId="{76066602-7594-4A2F-87A0-03C5CD9BA724}" destId="{233B9FB4-29B9-4666-A0FE-7C0E9CF01450}" srcOrd="1" destOrd="0" presId="urn:microsoft.com/office/officeart/2018/2/layout/IconVerticalSolidList"/>
    <dgm:cxn modelId="{56985D94-2E4C-40D2-92D6-757442306148}" type="presParOf" srcId="{76066602-7594-4A2F-87A0-03C5CD9BA724}" destId="{2746D1AA-62F5-43D9-A625-9C9CAF13F229}" srcOrd="2" destOrd="0" presId="urn:microsoft.com/office/officeart/2018/2/layout/IconVerticalSolidList"/>
    <dgm:cxn modelId="{DA4E24AA-7729-4405-886A-6E0CD2F880A5}" type="presParOf" srcId="{76066602-7594-4A2F-87A0-03C5CD9BA724}" destId="{C22D8EED-4989-4024-8E38-680B1C157550}" srcOrd="3" destOrd="0" presId="urn:microsoft.com/office/officeart/2018/2/layout/IconVerticalSolidList"/>
    <dgm:cxn modelId="{BD20C70E-6887-4747-9551-EDE5261430B8}" type="presParOf" srcId="{D34CDB12-EC12-41FF-9F90-F47DE66A59AD}" destId="{D216A7F8-5D95-4BA9-BEA8-03AAF9DEBF58}" srcOrd="3" destOrd="0" presId="urn:microsoft.com/office/officeart/2018/2/layout/IconVerticalSolidList"/>
    <dgm:cxn modelId="{A1702538-547C-408A-8EA9-E4537982FE8D}" type="presParOf" srcId="{D34CDB12-EC12-41FF-9F90-F47DE66A59AD}" destId="{7FE09520-F487-4175-B3EF-9EA443E4CC33}" srcOrd="4" destOrd="0" presId="urn:microsoft.com/office/officeart/2018/2/layout/IconVerticalSolidList"/>
    <dgm:cxn modelId="{767F58E8-DF2F-4241-8086-5507A95500FB}" type="presParOf" srcId="{7FE09520-F487-4175-B3EF-9EA443E4CC33}" destId="{312568A6-FF6C-4B73-93DB-08FEA8F410D3}" srcOrd="0" destOrd="0" presId="urn:microsoft.com/office/officeart/2018/2/layout/IconVerticalSolidList"/>
    <dgm:cxn modelId="{BFB8CC9F-E638-4183-B334-9B1A954E32C8}" type="presParOf" srcId="{7FE09520-F487-4175-B3EF-9EA443E4CC33}" destId="{CF5F6E8D-35EA-42F9-A094-22E52638C6B2}" srcOrd="1" destOrd="0" presId="urn:microsoft.com/office/officeart/2018/2/layout/IconVerticalSolidList"/>
    <dgm:cxn modelId="{657CB7E7-9910-4F26-8F27-51BB7DDD34FD}" type="presParOf" srcId="{7FE09520-F487-4175-B3EF-9EA443E4CC33}" destId="{84C426AC-0BCE-4D7C-968C-D1FE4E25D3C2}" srcOrd="2" destOrd="0" presId="urn:microsoft.com/office/officeart/2018/2/layout/IconVerticalSolidList"/>
    <dgm:cxn modelId="{3E66AFF7-ABD5-4A7D-904A-25C53B3D07B1}" type="presParOf" srcId="{7FE09520-F487-4175-B3EF-9EA443E4CC33}" destId="{88AED28E-15E2-402E-B838-6950C7FD83E5}" srcOrd="3" destOrd="0" presId="urn:microsoft.com/office/officeart/2018/2/layout/IconVerticalSolidList"/>
    <dgm:cxn modelId="{B0CCE927-66CA-4739-9B14-FE92601E66B3}" type="presParOf" srcId="{D34CDB12-EC12-41FF-9F90-F47DE66A59AD}" destId="{9C6D7B67-D646-4B56-B3C6-2820F8F728DE}" srcOrd="5" destOrd="0" presId="urn:microsoft.com/office/officeart/2018/2/layout/IconVerticalSolidList"/>
    <dgm:cxn modelId="{B695EC36-E059-46D1-92F9-7D2EF1948AD3}" type="presParOf" srcId="{D34CDB12-EC12-41FF-9F90-F47DE66A59AD}" destId="{8AC759EC-D6E6-4CA7-89A8-7E686A7976FD}" srcOrd="6" destOrd="0" presId="urn:microsoft.com/office/officeart/2018/2/layout/IconVerticalSolidList"/>
    <dgm:cxn modelId="{177144FC-E674-48AB-A963-5A5F7F94CC81}" type="presParOf" srcId="{8AC759EC-D6E6-4CA7-89A8-7E686A7976FD}" destId="{13950FDA-C954-429F-8C8D-13B4A126068A}" srcOrd="0" destOrd="0" presId="urn:microsoft.com/office/officeart/2018/2/layout/IconVerticalSolidList"/>
    <dgm:cxn modelId="{13BC47AD-A63E-4C76-BF5E-8ABD13E5AADB}" type="presParOf" srcId="{8AC759EC-D6E6-4CA7-89A8-7E686A7976FD}" destId="{F6713A70-99E0-4616-B8B9-7B8321967061}" srcOrd="1" destOrd="0" presId="urn:microsoft.com/office/officeart/2018/2/layout/IconVerticalSolidList"/>
    <dgm:cxn modelId="{EE297F52-1253-4E8A-9032-31A47AB211FC}" type="presParOf" srcId="{8AC759EC-D6E6-4CA7-89A8-7E686A7976FD}" destId="{809F702E-365D-48E5-9FFE-F50F6DF8DA1B}" srcOrd="2" destOrd="0" presId="urn:microsoft.com/office/officeart/2018/2/layout/IconVerticalSolidList"/>
    <dgm:cxn modelId="{D64344DF-E951-4C5D-85D8-406F61053B5F}" type="presParOf" srcId="{8AC759EC-D6E6-4CA7-89A8-7E686A7976FD}" destId="{C9E9DD9D-6516-4BE5-9ED8-F39648077745}" srcOrd="3" destOrd="0" presId="urn:microsoft.com/office/officeart/2018/2/layout/IconVerticalSolidList"/>
    <dgm:cxn modelId="{DD8721C9-400B-4AEE-B1FD-E691DB528713}" type="presParOf" srcId="{D34CDB12-EC12-41FF-9F90-F47DE66A59AD}" destId="{55AB59A9-3007-48D4-B6A8-77608AD5996B}" srcOrd="7" destOrd="0" presId="urn:microsoft.com/office/officeart/2018/2/layout/IconVerticalSolidList"/>
    <dgm:cxn modelId="{2149D493-D1FB-4D86-80E6-807E985A1B90}" type="presParOf" srcId="{D34CDB12-EC12-41FF-9F90-F47DE66A59AD}" destId="{806108A4-3254-4CCE-8CB9-55B8D6E122E0}" srcOrd="8" destOrd="0" presId="urn:microsoft.com/office/officeart/2018/2/layout/IconVerticalSolidList"/>
    <dgm:cxn modelId="{463A5067-5E8B-45C3-A0AB-0545190BFEA7}" type="presParOf" srcId="{806108A4-3254-4CCE-8CB9-55B8D6E122E0}" destId="{7D997782-7FF5-427F-9B86-2D8A3077AF0B}" srcOrd="0" destOrd="0" presId="urn:microsoft.com/office/officeart/2018/2/layout/IconVerticalSolidList"/>
    <dgm:cxn modelId="{E352CE34-7884-4CBC-8042-32747B83ED8F}" type="presParOf" srcId="{806108A4-3254-4CCE-8CB9-55B8D6E122E0}" destId="{79E67730-7789-4D8A-A47A-76E5CD38C70F}" srcOrd="1" destOrd="0" presId="urn:microsoft.com/office/officeart/2018/2/layout/IconVerticalSolidList"/>
    <dgm:cxn modelId="{0DDB0609-FC4F-4DC3-BF5F-6B1173E3ED9C}" type="presParOf" srcId="{806108A4-3254-4CCE-8CB9-55B8D6E122E0}" destId="{1F5F631C-24FF-4920-ADB4-78F0B672F1AF}" srcOrd="2" destOrd="0" presId="urn:microsoft.com/office/officeart/2018/2/layout/IconVerticalSolidList"/>
    <dgm:cxn modelId="{9C66BF2F-CB95-4009-9375-30EF9E21DF82}" type="presParOf" srcId="{806108A4-3254-4CCE-8CB9-55B8D6E122E0}" destId="{A7C9A3BF-9F02-4B83-BAC2-803F1D7C4C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7037F5-3771-41CA-8973-C0F145949145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C61D178-2B7B-4111-91F7-5D10AC51756B}">
      <dgm:prSet/>
      <dgm:spPr/>
      <dgm:t>
        <a:bodyPr/>
        <a:lstStyle/>
        <a:p>
          <a:r>
            <a:rPr lang="en-US"/>
            <a:t>• Data Collection: Web scraping</a:t>
          </a:r>
        </a:p>
      </dgm:t>
    </dgm:pt>
    <dgm:pt modelId="{2D401654-E0AD-4BA4-B3E9-535554D3C965}" type="parTrans" cxnId="{0BA999CA-02A4-4C13-BC5C-B18F0EEE27C8}">
      <dgm:prSet/>
      <dgm:spPr/>
      <dgm:t>
        <a:bodyPr/>
        <a:lstStyle/>
        <a:p>
          <a:endParaRPr lang="en-US"/>
        </a:p>
      </dgm:t>
    </dgm:pt>
    <dgm:pt modelId="{CD7DDB95-B936-4BFF-910E-B1587304A063}" type="sibTrans" cxnId="{0BA999CA-02A4-4C13-BC5C-B18F0EEE27C8}">
      <dgm:prSet/>
      <dgm:spPr/>
      <dgm:t>
        <a:bodyPr/>
        <a:lstStyle/>
        <a:p>
          <a:endParaRPr lang="en-US"/>
        </a:p>
      </dgm:t>
    </dgm:pt>
    <dgm:pt modelId="{98D07664-FFA0-455D-AC77-A5B0D27DF798}">
      <dgm:prSet/>
      <dgm:spPr/>
      <dgm:t>
        <a:bodyPr/>
        <a:lstStyle/>
        <a:p>
          <a:r>
            <a:rPr lang="en-US"/>
            <a:t>• Data Cleaning: Handling nulls, duplicates, formatting</a:t>
          </a:r>
        </a:p>
      </dgm:t>
    </dgm:pt>
    <dgm:pt modelId="{3AE2CE7B-D19E-4786-81D5-48C05685EF5F}" type="parTrans" cxnId="{132EC89A-CB86-4906-836C-BF6EF5458488}">
      <dgm:prSet/>
      <dgm:spPr/>
      <dgm:t>
        <a:bodyPr/>
        <a:lstStyle/>
        <a:p>
          <a:endParaRPr lang="en-US"/>
        </a:p>
      </dgm:t>
    </dgm:pt>
    <dgm:pt modelId="{21385022-6543-4C6D-AE56-02B5DBF5F0D7}" type="sibTrans" cxnId="{132EC89A-CB86-4906-836C-BF6EF5458488}">
      <dgm:prSet/>
      <dgm:spPr/>
      <dgm:t>
        <a:bodyPr/>
        <a:lstStyle/>
        <a:p>
          <a:endParaRPr lang="en-US"/>
        </a:p>
      </dgm:t>
    </dgm:pt>
    <dgm:pt modelId="{9D106040-42BE-455B-929E-3648B2EEE7BA}">
      <dgm:prSet/>
      <dgm:spPr/>
      <dgm:t>
        <a:bodyPr/>
        <a:lstStyle/>
        <a:p>
          <a:r>
            <a:rPr lang="en-US"/>
            <a:t>• Data Analysis: Brand/fuel/EMI-based comparisons</a:t>
          </a:r>
        </a:p>
      </dgm:t>
    </dgm:pt>
    <dgm:pt modelId="{0E9C53DF-A134-4D61-8B9A-3FC468340CA4}" type="parTrans" cxnId="{CCB36190-EFF9-4294-A1B8-2553FB1DC102}">
      <dgm:prSet/>
      <dgm:spPr/>
      <dgm:t>
        <a:bodyPr/>
        <a:lstStyle/>
        <a:p>
          <a:endParaRPr lang="en-US"/>
        </a:p>
      </dgm:t>
    </dgm:pt>
    <dgm:pt modelId="{73FD25BE-5213-4508-9102-9F5A70BE72FB}" type="sibTrans" cxnId="{CCB36190-EFF9-4294-A1B8-2553FB1DC102}">
      <dgm:prSet/>
      <dgm:spPr/>
      <dgm:t>
        <a:bodyPr/>
        <a:lstStyle/>
        <a:p>
          <a:endParaRPr lang="en-US"/>
        </a:p>
      </dgm:t>
    </dgm:pt>
    <dgm:pt modelId="{C53DEA1D-ED94-4A89-84ED-0BE86160D89F}">
      <dgm:prSet/>
      <dgm:spPr/>
      <dgm:t>
        <a:bodyPr/>
        <a:lstStyle/>
        <a:p>
          <a:r>
            <a:rPr lang="en-US"/>
            <a:t>• Visualization: Using Matplotlib, Seaborn, Plotly</a:t>
          </a:r>
        </a:p>
      </dgm:t>
    </dgm:pt>
    <dgm:pt modelId="{3A709DE6-5182-4B79-A006-345A70900713}" type="parTrans" cxnId="{834A5CE9-8693-4303-9F8C-C62490843A35}">
      <dgm:prSet/>
      <dgm:spPr/>
      <dgm:t>
        <a:bodyPr/>
        <a:lstStyle/>
        <a:p>
          <a:endParaRPr lang="en-US"/>
        </a:p>
      </dgm:t>
    </dgm:pt>
    <dgm:pt modelId="{A444DFFF-19EA-4347-8A46-07C72015A3CA}" type="sibTrans" cxnId="{834A5CE9-8693-4303-9F8C-C62490843A35}">
      <dgm:prSet/>
      <dgm:spPr/>
      <dgm:t>
        <a:bodyPr/>
        <a:lstStyle/>
        <a:p>
          <a:endParaRPr lang="en-US"/>
        </a:p>
      </dgm:t>
    </dgm:pt>
    <dgm:pt modelId="{9BB2EA9E-73ED-8242-802D-1D7BF3A94BDD}" type="pres">
      <dgm:prSet presAssocID="{147037F5-3771-41CA-8973-C0F145949145}" presName="outerComposite" presStyleCnt="0">
        <dgm:presLayoutVars>
          <dgm:chMax val="5"/>
          <dgm:dir/>
          <dgm:resizeHandles val="exact"/>
        </dgm:presLayoutVars>
      </dgm:prSet>
      <dgm:spPr/>
    </dgm:pt>
    <dgm:pt modelId="{7943B1F6-01AD-5348-86B9-087E23C4F5E4}" type="pres">
      <dgm:prSet presAssocID="{147037F5-3771-41CA-8973-C0F145949145}" presName="dummyMaxCanvas" presStyleCnt="0">
        <dgm:presLayoutVars/>
      </dgm:prSet>
      <dgm:spPr/>
    </dgm:pt>
    <dgm:pt modelId="{95702DE5-04DB-5546-89DF-33DA143F1594}" type="pres">
      <dgm:prSet presAssocID="{147037F5-3771-41CA-8973-C0F145949145}" presName="FourNodes_1" presStyleLbl="node1" presStyleIdx="0" presStyleCnt="4">
        <dgm:presLayoutVars>
          <dgm:bulletEnabled val="1"/>
        </dgm:presLayoutVars>
      </dgm:prSet>
      <dgm:spPr/>
    </dgm:pt>
    <dgm:pt modelId="{D0DB5B6B-A4AB-EB4B-AE12-793B24B8F086}" type="pres">
      <dgm:prSet presAssocID="{147037F5-3771-41CA-8973-C0F145949145}" presName="FourNodes_2" presStyleLbl="node1" presStyleIdx="1" presStyleCnt="4">
        <dgm:presLayoutVars>
          <dgm:bulletEnabled val="1"/>
        </dgm:presLayoutVars>
      </dgm:prSet>
      <dgm:spPr/>
    </dgm:pt>
    <dgm:pt modelId="{D1BC6C5A-EE5C-DD42-8364-1DD15F981EAC}" type="pres">
      <dgm:prSet presAssocID="{147037F5-3771-41CA-8973-C0F145949145}" presName="FourNodes_3" presStyleLbl="node1" presStyleIdx="2" presStyleCnt="4">
        <dgm:presLayoutVars>
          <dgm:bulletEnabled val="1"/>
        </dgm:presLayoutVars>
      </dgm:prSet>
      <dgm:spPr/>
    </dgm:pt>
    <dgm:pt modelId="{49EB1B99-FED1-3142-8387-34276A88C568}" type="pres">
      <dgm:prSet presAssocID="{147037F5-3771-41CA-8973-C0F145949145}" presName="FourNodes_4" presStyleLbl="node1" presStyleIdx="3" presStyleCnt="4">
        <dgm:presLayoutVars>
          <dgm:bulletEnabled val="1"/>
        </dgm:presLayoutVars>
      </dgm:prSet>
      <dgm:spPr/>
    </dgm:pt>
    <dgm:pt modelId="{36D5DC69-0D40-F74D-BE58-59AAD7686D06}" type="pres">
      <dgm:prSet presAssocID="{147037F5-3771-41CA-8973-C0F145949145}" presName="FourConn_1-2" presStyleLbl="fgAccFollowNode1" presStyleIdx="0" presStyleCnt="3">
        <dgm:presLayoutVars>
          <dgm:bulletEnabled val="1"/>
        </dgm:presLayoutVars>
      </dgm:prSet>
      <dgm:spPr/>
    </dgm:pt>
    <dgm:pt modelId="{D839D902-90A9-F444-8EA4-7FC6AEEED638}" type="pres">
      <dgm:prSet presAssocID="{147037F5-3771-41CA-8973-C0F145949145}" presName="FourConn_2-3" presStyleLbl="fgAccFollowNode1" presStyleIdx="1" presStyleCnt="3">
        <dgm:presLayoutVars>
          <dgm:bulletEnabled val="1"/>
        </dgm:presLayoutVars>
      </dgm:prSet>
      <dgm:spPr/>
    </dgm:pt>
    <dgm:pt modelId="{D959ADCB-F914-8D46-8000-148E85EA1DC3}" type="pres">
      <dgm:prSet presAssocID="{147037F5-3771-41CA-8973-C0F145949145}" presName="FourConn_3-4" presStyleLbl="fgAccFollowNode1" presStyleIdx="2" presStyleCnt="3">
        <dgm:presLayoutVars>
          <dgm:bulletEnabled val="1"/>
        </dgm:presLayoutVars>
      </dgm:prSet>
      <dgm:spPr/>
    </dgm:pt>
    <dgm:pt modelId="{2205E84A-E8D7-2F48-96FC-8BA5B6D5FC87}" type="pres">
      <dgm:prSet presAssocID="{147037F5-3771-41CA-8973-C0F145949145}" presName="FourNodes_1_text" presStyleLbl="node1" presStyleIdx="3" presStyleCnt="4">
        <dgm:presLayoutVars>
          <dgm:bulletEnabled val="1"/>
        </dgm:presLayoutVars>
      </dgm:prSet>
      <dgm:spPr/>
    </dgm:pt>
    <dgm:pt modelId="{1E138117-A50E-2B4F-9B62-89245CDA2567}" type="pres">
      <dgm:prSet presAssocID="{147037F5-3771-41CA-8973-C0F145949145}" presName="FourNodes_2_text" presStyleLbl="node1" presStyleIdx="3" presStyleCnt="4">
        <dgm:presLayoutVars>
          <dgm:bulletEnabled val="1"/>
        </dgm:presLayoutVars>
      </dgm:prSet>
      <dgm:spPr/>
    </dgm:pt>
    <dgm:pt modelId="{5C2FF035-5460-064E-93D7-10306B19EF14}" type="pres">
      <dgm:prSet presAssocID="{147037F5-3771-41CA-8973-C0F145949145}" presName="FourNodes_3_text" presStyleLbl="node1" presStyleIdx="3" presStyleCnt="4">
        <dgm:presLayoutVars>
          <dgm:bulletEnabled val="1"/>
        </dgm:presLayoutVars>
      </dgm:prSet>
      <dgm:spPr/>
    </dgm:pt>
    <dgm:pt modelId="{CDEA2081-7C62-B849-8A37-9D57462C00ED}" type="pres">
      <dgm:prSet presAssocID="{147037F5-3771-41CA-8973-C0F14594914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3C01516-FFDE-2145-AA8D-6CFF1F5001BF}" type="presOf" srcId="{9D106040-42BE-455B-929E-3648B2EEE7BA}" destId="{D1BC6C5A-EE5C-DD42-8364-1DD15F981EAC}" srcOrd="0" destOrd="0" presId="urn:microsoft.com/office/officeart/2005/8/layout/vProcess5"/>
    <dgm:cxn modelId="{88BE2919-71C0-DF4D-A979-C404E6F08813}" type="presOf" srcId="{73FD25BE-5213-4508-9102-9F5A70BE72FB}" destId="{D959ADCB-F914-8D46-8000-148E85EA1DC3}" srcOrd="0" destOrd="0" presId="urn:microsoft.com/office/officeart/2005/8/layout/vProcess5"/>
    <dgm:cxn modelId="{8B592F5E-9B1E-E14D-AF3A-11E40E763156}" type="presOf" srcId="{98D07664-FFA0-455D-AC77-A5B0D27DF798}" destId="{D0DB5B6B-A4AB-EB4B-AE12-793B24B8F086}" srcOrd="0" destOrd="0" presId="urn:microsoft.com/office/officeart/2005/8/layout/vProcess5"/>
    <dgm:cxn modelId="{6F83D372-75D4-5149-953C-480A480CBE27}" type="presOf" srcId="{C53DEA1D-ED94-4A89-84ED-0BE86160D89F}" destId="{CDEA2081-7C62-B849-8A37-9D57462C00ED}" srcOrd="1" destOrd="0" presId="urn:microsoft.com/office/officeart/2005/8/layout/vProcess5"/>
    <dgm:cxn modelId="{7367BE78-3B9F-384F-AA2B-20BE8B650E6B}" type="presOf" srcId="{21385022-6543-4C6D-AE56-02B5DBF5F0D7}" destId="{D839D902-90A9-F444-8EA4-7FC6AEEED638}" srcOrd="0" destOrd="0" presId="urn:microsoft.com/office/officeart/2005/8/layout/vProcess5"/>
    <dgm:cxn modelId="{7879F789-2E95-034A-BD14-44BB29013D09}" type="presOf" srcId="{8C61D178-2B7B-4111-91F7-5D10AC51756B}" destId="{95702DE5-04DB-5546-89DF-33DA143F1594}" srcOrd="0" destOrd="0" presId="urn:microsoft.com/office/officeart/2005/8/layout/vProcess5"/>
    <dgm:cxn modelId="{9AD1AC8A-82DC-B24D-84C3-CEEC25E24831}" type="presOf" srcId="{C53DEA1D-ED94-4A89-84ED-0BE86160D89F}" destId="{49EB1B99-FED1-3142-8387-34276A88C568}" srcOrd="0" destOrd="0" presId="urn:microsoft.com/office/officeart/2005/8/layout/vProcess5"/>
    <dgm:cxn modelId="{CCB36190-EFF9-4294-A1B8-2553FB1DC102}" srcId="{147037F5-3771-41CA-8973-C0F145949145}" destId="{9D106040-42BE-455B-929E-3648B2EEE7BA}" srcOrd="2" destOrd="0" parTransId="{0E9C53DF-A134-4D61-8B9A-3FC468340CA4}" sibTransId="{73FD25BE-5213-4508-9102-9F5A70BE72FB}"/>
    <dgm:cxn modelId="{132EC89A-CB86-4906-836C-BF6EF5458488}" srcId="{147037F5-3771-41CA-8973-C0F145949145}" destId="{98D07664-FFA0-455D-AC77-A5B0D27DF798}" srcOrd="1" destOrd="0" parTransId="{3AE2CE7B-D19E-4786-81D5-48C05685EF5F}" sibTransId="{21385022-6543-4C6D-AE56-02B5DBF5F0D7}"/>
    <dgm:cxn modelId="{394EB09F-F3CE-7040-AF3C-3F3B2E47F414}" type="presOf" srcId="{8C61D178-2B7B-4111-91F7-5D10AC51756B}" destId="{2205E84A-E8D7-2F48-96FC-8BA5B6D5FC87}" srcOrd="1" destOrd="0" presId="urn:microsoft.com/office/officeart/2005/8/layout/vProcess5"/>
    <dgm:cxn modelId="{449023A7-9542-004F-9DA6-DB16913DE0B6}" type="presOf" srcId="{147037F5-3771-41CA-8973-C0F145949145}" destId="{9BB2EA9E-73ED-8242-802D-1D7BF3A94BDD}" srcOrd="0" destOrd="0" presId="urn:microsoft.com/office/officeart/2005/8/layout/vProcess5"/>
    <dgm:cxn modelId="{96B697AB-9BA2-174E-8D5D-E5A62C083114}" type="presOf" srcId="{9D106040-42BE-455B-929E-3648B2EEE7BA}" destId="{5C2FF035-5460-064E-93D7-10306B19EF14}" srcOrd="1" destOrd="0" presId="urn:microsoft.com/office/officeart/2005/8/layout/vProcess5"/>
    <dgm:cxn modelId="{0BA999CA-02A4-4C13-BC5C-B18F0EEE27C8}" srcId="{147037F5-3771-41CA-8973-C0F145949145}" destId="{8C61D178-2B7B-4111-91F7-5D10AC51756B}" srcOrd="0" destOrd="0" parTransId="{2D401654-E0AD-4BA4-B3E9-535554D3C965}" sibTransId="{CD7DDB95-B936-4BFF-910E-B1587304A063}"/>
    <dgm:cxn modelId="{E3392AE5-4322-E94B-A534-849703961DB2}" type="presOf" srcId="{CD7DDB95-B936-4BFF-910E-B1587304A063}" destId="{36D5DC69-0D40-F74D-BE58-59AAD7686D06}" srcOrd="0" destOrd="0" presId="urn:microsoft.com/office/officeart/2005/8/layout/vProcess5"/>
    <dgm:cxn modelId="{834A5CE9-8693-4303-9F8C-C62490843A35}" srcId="{147037F5-3771-41CA-8973-C0F145949145}" destId="{C53DEA1D-ED94-4A89-84ED-0BE86160D89F}" srcOrd="3" destOrd="0" parTransId="{3A709DE6-5182-4B79-A006-345A70900713}" sibTransId="{A444DFFF-19EA-4347-8A46-07C72015A3CA}"/>
    <dgm:cxn modelId="{325649FF-AEED-764D-970A-9589B3CE7550}" type="presOf" srcId="{98D07664-FFA0-455D-AC77-A5B0D27DF798}" destId="{1E138117-A50E-2B4F-9B62-89245CDA2567}" srcOrd="1" destOrd="0" presId="urn:microsoft.com/office/officeart/2005/8/layout/vProcess5"/>
    <dgm:cxn modelId="{00B03938-2098-3E42-9A44-93882DEAACDE}" type="presParOf" srcId="{9BB2EA9E-73ED-8242-802D-1D7BF3A94BDD}" destId="{7943B1F6-01AD-5348-86B9-087E23C4F5E4}" srcOrd="0" destOrd="0" presId="urn:microsoft.com/office/officeart/2005/8/layout/vProcess5"/>
    <dgm:cxn modelId="{23B47B10-EED3-9E40-973C-A18CCA7E2A4E}" type="presParOf" srcId="{9BB2EA9E-73ED-8242-802D-1D7BF3A94BDD}" destId="{95702DE5-04DB-5546-89DF-33DA143F1594}" srcOrd="1" destOrd="0" presId="urn:microsoft.com/office/officeart/2005/8/layout/vProcess5"/>
    <dgm:cxn modelId="{2FB2F2A6-6ADE-8840-B850-03020C44C89C}" type="presParOf" srcId="{9BB2EA9E-73ED-8242-802D-1D7BF3A94BDD}" destId="{D0DB5B6B-A4AB-EB4B-AE12-793B24B8F086}" srcOrd="2" destOrd="0" presId="urn:microsoft.com/office/officeart/2005/8/layout/vProcess5"/>
    <dgm:cxn modelId="{A352CBD4-621E-CF4F-A3E7-F18FA39C6B0D}" type="presParOf" srcId="{9BB2EA9E-73ED-8242-802D-1D7BF3A94BDD}" destId="{D1BC6C5A-EE5C-DD42-8364-1DD15F981EAC}" srcOrd="3" destOrd="0" presId="urn:microsoft.com/office/officeart/2005/8/layout/vProcess5"/>
    <dgm:cxn modelId="{23F5A28F-C68A-5948-8BB2-0AB4B31AF7C8}" type="presParOf" srcId="{9BB2EA9E-73ED-8242-802D-1D7BF3A94BDD}" destId="{49EB1B99-FED1-3142-8387-34276A88C568}" srcOrd="4" destOrd="0" presId="urn:microsoft.com/office/officeart/2005/8/layout/vProcess5"/>
    <dgm:cxn modelId="{DDC1DCC9-6C30-314F-818C-A85A4212E2E5}" type="presParOf" srcId="{9BB2EA9E-73ED-8242-802D-1D7BF3A94BDD}" destId="{36D5DC69-0D40-F74D-BE58-59AAD7686D06}" srcOrd="5" destOrd="0" presId="urn:microsoft.com/office/officeart/2005/8/layout/vProcess5"/>
    <dgm:cxn modelId="{6603FBA9-1887-974D-8139-652A0746C0C9}" type="presParOf" srcId="{9BB2EA9E-73ED-8242-802D-1D7BF3A94BDD}" destId="{D839D902-90A9-F444-8EA4-7FC6AEEED638}" srcOrd="6" destOrd="0" presId="urn:microsoft.com/office/officeart/2005/8/layout/vProcess5"/>
    <dgm:cxn modelId="{0BA7017A-3503-6340-8D0C-3AC20D16A345}" type="presParOf" srcId="{9BB2EA9E-73ED-8242-802D-1D7BF3A94BDD}" destId="{D959ADCB-F914-8D46-8000-148E85EA1DC3}" srcOrd="7" destOrd="0" presId="urn:microsoft.com/office/officeart/2005/8/layout/vProcess5"/>
    <dgm:cxn modelId="{7572D847-0048-694A-958E-8E4C8244386F}" type="presParOf" srcId="{9BB2EA9E-73ED-8242-802D-1D7BF3A94BDD}" destId="{2205E84A-E8D7-2F48-96FC-8BA5B6D5FC87}" srcOrd="8" destOrd="0" presId="urn:microsoft.com/office/officeart/2005/8/layout/vProcess5"/>
    <dgm:cxn modelId="{A48E2E49-4683-8D40-B3A3-4036C9A43ADC}" type="presParOf" srcId="{9BB2EA9E-73ED-8242-802D-1D7BF3A94BDD}" destId="{1E138117-A50E-2B4F-9B62-89245CDA2567}" srcOrd="9" destOrd="0" presId="urn:microsoft.com/office/officeart/2005/8/layout/vProcess5"/>
    <dgm:cxn modelId="{2C67AF77-29A3-1D4C-B47A-E4F2018D40D8}" type="presParOf" srcId="{9BB2EA9E-73ED-8242-802D-1D7BF3A94BDD}" destId="{5C2FF035-5460-064E-93D7-10306B19EF14}" srcOrd="10" destOrd="0" presId="urn:microsoft.com/office/officeart/2005/8/layout/vProcess5"/>
    <dgm:cxn modelId="{DD7E1624-F07B-C947-A975-F062C8948901}" type="presParOf" srcId="{9BB2EA9E-73ED-8242-802D-1D7BF3A94BDD}" destId="{CDEA2081-7C62-B849-8A37-9D57462C00E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688E6E-687E-4C63-8292-598EAB1B9EB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BB08D7-174D-4EB2-9EA2-BC2C8D01981E}">
      <dgm:prSet/>
      <dgm:spPr/>
      <dgm:t>
        <a:bodyPr/>
        <a:lstStyle/>
        <a:p>
          <a:r>
            <a:rPr lang="en-US"/>
            <a:t>• Python: Pandas, NumPy, BeautifulSoup, Matplotlib, Seaborn, Plotly</a:t>
          </a:r>
        </a:p>
      </dgm:t>
    </dgm:pt>
    <dgm:pt modelId="{62B655B3-E11C-4C3E-9DB0-862F5702BE90}" type="parTrans" cxnId="{BCD35CFF-24AC-46D1-8CE0-A59114464403}">
      <dgm:prSet/>
      <dgm:spPr/>
      <dgm:t>
        <a:bodyPr/>
        <a:lstStyle/>
        <a:p>
          <a:endParaRPr lang="en-US"/>
        </a:p>
      </dgm:t>
    </dgm:pt>
    <dgm:pt modelId="{860CD2BC-3CE5-4B4C-9CB4-48B6399C5A0C}" type="sibTrans" cxnId="{BCD35CFF-24AC-46D1-8CE0-A59114464403}">
      <dgm:prSet/>
      <dgm:spPr/>
      <dgm:t>
        <a:bodyPr/>
        <a:lstStyle/>
        <a:p>
          <a:endParaRPr lang="en-US"/>
        </a:p>
      </dgm:t>
    </dgm:pt>
    <dgm:pt modelId="{E93A59DD-8502-4CA4-8BAF-8CF5BA83B59F}">
      <dgm:prSet/>
      <dgm:spPr/>
      <dgm:t>
        <a:bodyPr/>
        <a:lstStyle/>
        <a:p>
          <a:r>
            <a:rPr lang="en-US"/>
            <a:t>• Jupyter Notebook</a:t>
          </a:r>
        </a:p>
      </dgm:t>
    </dgm:pt>
    <dgm:pt modelId="{7D1BB86B-2841-491C-9665-4198042EEB56}" type="parTrans" cxnId="{8EABAE78-93BF-42F5-9B8F-64A3CF3D176E}">
      <dgm:prSet/>
      <dgm:spPr/>
      <dgm:t>
        <a:bodyPr/>
        <a:lstStyle/>
        <a:p>
          <a:endParaRPr lang="en-US"/>
        </a:p>
      </dgm:t>
    </dgm:pt>
    <dgm:pt modelId="{F4FF0F7A-B1E9-4197-8A99-0D19B2212E4B}" type="sibTrans" cxnId="{8EABAE78-93BF-42F5-9B8F-64A3CF3D176E}">
      <dgm:prSet/>
      <dgm:spPr/>
      <dgm:t>
        <a:bodyPr/>
        <a:lstStyle/>
        <a:p>
          <a:endParaRPr lang="en-US"/>
        </a:p>
      </dgm:t>
    </dgm:pt>
    <dgm:pt modelId="{A9741749-D80D-4F1D-9374-FB16B1DD1BAA}">
      <dgm:prSet/>
      <dgm:spPr/>
      <dgm:t>
        <a:bodyPr/>
        <a:lstStyle/>
        <a:p>
          <a:r>
            <a:rPr lang="en-US"/>
            <a:t>• PowerPoint, Excel</a:t>
          </a:r>
        </a:p>
      </dgm:t>
    </dgm:pt>
    <dgm:pt modelId="{A6759331-EAE5-4BD3-A5E1-A4344A5BADF6}" type="parTrans" cxnId="{1E06DEDA-C319-483F-B95F-CA3264A099D3}">
      <dgm:prSet/>
      <dgm:spPr/>
      <dgm:t>
        <a:bodyPr/>
        <a:lstStyle/>
        <a:p>
          <a:endParaRPr lang="en-US"/>
        </a:p>
      </dgm:t>
    </dgm:pt>
    <dgm:pt modelId="{7FA059A4-CAD4-4465-8A09-1733B4F6BFE2}" type="sibTrans" cxnId="{1E06DEDA-C319-483F-B95F-CA3264A099D3}">
      <dgm:prSet/>
      <dgm:spPr/>
      <dgm:t>
        <a:bodyPr/>
        <a:lstStyle/>
        <a:p>
          <a:endParaRPr lang="en-US"/>
        </a:p>
      </dgm:t>
    </dgm:pt>
    <dgm:pt modelId="{15276F5B-6C4C-1A4C-A0F4-AE91757FEFB3}" type="pres">
      <dgm:prSet presAssocID="{6D688E6E-687E-4C63-8292-598EAB1B9EB6}" presName="linear" presStyleCnt="0">
        <dgm:presLayoutVars>
          <dgm:animLvl val="lvl"/>
          <dgm:resizeHandles val="exact"/>
        </dgm:presLayoutVars>
      </dgm:prSet>
      <dgm:spPr/>
    </dgm:pt>
    <dgm:pt modelId="{E1386244-D25E-6040-916A-DE32814E627C}" type="pres">
      <dgm:prSet presAssocID="{C4BB08D7-174D-4EB2-9EA2-BC2C8D01981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EB766CB-0A82-E944-AF15-30C6F6E03E3D}" type="pres">
      <dgm:prSet presAssocID="{860CD2BC-3CE5-4B4C-9CB4-48B6399C5A0C}" presName="spacer" presStyleCnt="0"/>
      <dgm:spPr/>
    </dgm:pt>
    <dgm:pt modelId="{3BD9AF1E-EACD-2F42-8EB0-1CFD9D5896A5}" type="pres">
      <dgm:prSet presAssocID="{E93A59DD-8502-4CA4-8BAF-8CF5BA83B59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C7A51B3-E139-F44B-91AC-8A3733A5AD53}" type="pres">
      <dgm:prSet presAssocID="{F4FF0F7A-B1E9-4197-8A99-0D19B2212E4B}" presName="spacer" presStyleCnt="0"/>
      <dgm:spPr/>
    </dgm:pt>
    <dgm:pt modelId="{52C4F753-1EDD-2D41-86D1-45D2EAB05E8F}" type="pres">
      <dgm:prSet presAssocID="{A9741749-D80D-4F1D-9374-FB16B1DD1BA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D20382D-1DFA-B04A-9420-F2646C2BF645}" type="presOf" srcId="{6D688E6E-687E-4C63-8292-598EAB1B9EB6}" destId="{15276F5B-6C4C-1A4C-A0F4-AE91757FEFB3}" srcOrd="0" destOrd="0" presId="urn:microsoft.com/office/officeart/2005/8/layout/vList2"/>
    <dgm:cxn modelId="{62AE1C6B-FCCF-A54B-9B4D-C1E33D7AF321}" type="presOf" srcId="{E93A59DD-8502-4CA4-8BAF-8CF5BA83B59F}" destId="{3BD9AF1E-EACD-2F42-8EB0-1CFD9D5896A5}" srcOrd="0" destOrd="0" presId="urn:microsoft.com/office/officeart/2005/8/layout/vList2"/>
    <dgm:cxn modelId="{8EABAE78-93BF-42F5-9B8F-64A3CF3D176E}" srcId="{6D688E6E-687E-4C63-8292-598EAB1B9EB6}" destId="{E93A59DD-8502-4CA4-8BAF-8CF5BA83B59F}" srcOrd="1" destOrd="0" parTransId="{7D1BB86B-2841-491C-9665-4198042EEB56}" sibTransId="{F4FF0F7A-B1E9-4197-8A99-0D19B2212E4B}"/>
    <dgm:cxn modelId="{7A97C2B9-7CF6-6845-94DC-527B7DA88508}" type="presOf" srcId="{C4BB08D7-174D-4EB2-9EA2-BC2C8D01981E}" destId="{E1386244-D25E-6040-916A-DE32814E627C}" srcOrd="0" destOrd="0" presId="urn:microsoft.com/office/officeart/2005/8/layout/vList2"/>
    <dgm:cxn modelId="{1E06DEDA-C319-483F-B95F-CA3264A099D3}" srcId="{6D688E6E-687E-4C63-8292-598EAB1B9EB6}" destId="{A9741749-D80D-4F1D-9374-FB16B1DD1BAA}" srcOrd="2" destOrd="0" parTransId="{A6759331-EAE5-4BD3-A5E1-A4344A5BADF6}" sibTransId="{7FA059A4-CAD4-4465-8A09-1733B4F6BFE2}"/>
    <dgm:cxn modelId="{C1351BFE-EF1E-F943-9D75-2A729AD6A169}" type="presOf" srcId="{A9741749-D80D-4F1D-9374-FB16B1DD1BAA}" destId="{52C4F753-1EDD-2D41-86D1-45D2EAB05E8F}" srcOrd="0" destOrd="0" presId="urn:microsoft.com/office/officeart/2005/8/layout/vList2"/>
    <dgm:cxn modelId="{BCD35CFF-24AC-46D1-8CE0-A59114464403}" srcId="{6D688E6E-687E-4C63-8292-598EAB1B9EB6}" destId="{C4BB08D7-174D-4EB2-9EA2-BC2C8D01981E}" srcOrd="0" destOrd="0" parTransId="{62B655B3-E11C-4C3E-9DB0-862F5702BE90}" sibTransId="{860CD2BC-3CE5-4B4C-9CB4-48B6399C5A0C}"/>
    <dgm:cxn modelId="{435F96EB-9AF2-6A4A-8958-1707DDB78AC6}" type="presParOf" srcId="{15276F5B-6C4C-1A4C-A0F4-AE91757FEFB3}" destId="{E1386244-D25E-6040-916A-DE32814E627C}" srcOrd="0" destOrd="0" presId="urn:microsoft.com/office/officeart/2005/8/layout/vList2"/>
    <dgm:cxn modelId="{DC09FD2F-5A5B-CD4E-A0F9-3AA6DFA8B87B}" type="presParOf" srcId="{15276F5B-6C4C-1A4C-A0F4-AE91757FEFB3}" destId="{BEB766CB-0A82-E944-AF15-30C6F6E03E3D}" srcOrd="1" destOrd="0" presId="urn:microsoft.com/office/officeart/2005/8/layout/vList2"/>
    <dgm:cxn modelId="{6A35F478-3D61-8B40-A9A0-003461C832CD}" type="presParOf" srcId="{15276F5B-6C4C-1A4C-A0F4-AE91757FEFB3}" destId="{3BD9AF1E-EACD-2F42-8EB0-1CFD9D5896A5}" srcOrd="2" destOrd="0" presId="urn:microsoft.com/office/officeart/2005/8/layout/vList2"/>
    <dgm:cxn modelId="{BC4EC0E4-68CC-3E44-9666-DF944A99DB69}" type="presParOf" srcId="{15276F5B-6C4C-1A4C-A0F4-AE91757FEFB3}" destId="{3C7A51B3-E139-F44B-91AC-8A3733A5AD53}" srcOrd="3" destOrd="0" presId="urn:microsoft.com/office/officeart/2005/8/layout/vList2"/>
    <dgm:cxn modelId="{2509D26A-1FA6-BF47-9A8D-401FA191E917}" type="presParOf" srcId="{15276F5B-6C4C-1A4C-A0F4-AE91757FEFB3}" destId="{52C4F753-1EDD-2D41-86D1-45D2EAB05E8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1114C1-9049-41E8-A636-D0E280CB0B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EE1C51-9B98-42ED-8F14-6FD0CA2B2FEB}">
      <dgm:prSet/>
      <dgm:spPr/>
      <dgm:t>
        <a:bodyPr/>
        <a:lstStyle/>
        <a:p>
          <a:r>
            <a:rPr lang="en-US"/>
            <a:t>• Source: CarWale listings</a:t>
          </a:r>
        </a:p>
      </dgm:t>
    </dgm:pt>
    <dgm:pt modelId="{754E13FF-B6CD-40FE-81EB-9429C8A9794A}" type="parTrans" cxnId="{ECE79816-9248-4BE6-9986-C593BBE169C4}">
      <dgm:prSet/>
      <dgm:spPr/>
      <dgm:t>
        <a:bodyPr/>
        <a:lstStyle/>
        <a:p>
          <a:endParaRPr lang="en-US"/>
        </a:p>
      </dgm:t>
    </dgm:pt>
    <dgm:pt modelId="{27BBB3E5-4764-470C-9F8B-744C6849FB9A}" type="sibTrans" cxnId="{ECE79816-9248-4BE6-9986-C593BBE169C4}">
      <dgm:prSet/>
      <dgm:spPr/>
      <dgm:t>
        <a:bodyPr/>
        <a:lstStyle/>
        <a:p>
          <a:endParaRPr lang="en-US"/>
        </a:p>
      </dgm:t>
    </dgm:pt>
    <dgm:pt modelId="{94B7D2B2-BE8B-442D-B066-7BE4EBDE472A}">
      <dgm:prSet/>
      <dgm:spPr/>
      <dgm:t>
        <a:bodyPr/>
        <a:lstStyle/>
        <a:p>
          <a:r>
            <a:rPr lang="en-US"/>
            <a:t>• Fields extracted: Car name, brand, price, fuel type, EMI, location</a:t>
          </a:r>
        </a:p>
      </dgm:t>
    </dgm:pt>
    <dgm:pt modelId="{8C0BD4B3-C2B6-4625-AE0C-41C31DB8357A}" type="parTrans" cxnId="{F4F149C7-29E7-4F4D-AC01-2FB3A335B200}">
      <dgm:prSet/>
      <dgm:spPr/>
      <dgm:t>
        <a:bodyPr/>
        <a:lstStyle/>
        <a:p>
          <a:endParaRPr lang="en-US"/>
        </a:p>
      </dgm:t>
    </dgm:pt>
    <dgm:pt modelId="{32A5092A-09DF-4294-8CFF-C893233841EF}" type="sibTrans" cxnId="{F4F149C7-29E7-4F4D-AC01-2FB3A335B200}">
      <dgm:prSet/>
      <dgm:spPr/>
      <dgm:t>
        <a:bodyPr/>
        <a:lstStyle/>
        <a:p>
          <a:endParaRPr lang="en-US"/>
        </a:p>
      </dgm:t>
    </dgm:pt>
    <dgm:pt modelId="{4790B102-0089-47AC-BBDB-9433C390129E}">
      <dgm:prSet/>
      <dgm:spPr/>
      <dgm:t>
        <a:bodyPr/>
        <a:lstStyle/>
        <a:p>
          <a:r>
            <a:rPr lang="en-US"/>
            <a:t>• Tools: BeautifulSoup, requests</a:t>
          </a:r>
        </a:p>
      </dgm:t>
    </dgm:pt>
    <dgm:pt modelId="{A0E75A9C-2AB5-41C0-844B-EB2FF2C03AEE}" type="parTrans" cxnId="{DCD9BBBE-0A85-4FB4-B027-C2375CB70DE4}">
      <dgm:prSet/>
      <dgm:spPr/>
      <dgm:t>
        <a:bodyPr/>
        <a:lstStyle/>
        <a:p>
          <a:endParaRPr lang="en-US"/>
        </a:p>
      </dgm:t>
    </dgm:pt>
    <dgm:pt modelId="{86FC8482-F688-4DFF-BF80-4F166719CCCD}" type="sibTrans" cxnId="{DCD9BBBE-0A85-4FB4-B027-C2375CB70DE4}">
      <dgm:prSet/>
      <dgm:spPr/>
      <dgm:t>
        <a:bodyPr/>
        <a:lstStyle/>
        <a:p>
          <a:endParaRPr lang="en-US"/>
        </a:p>
      </dgm:t>
    </dgm:pt>
    <dgm:pt modelId="{6A793358-891D-4AAA-9D8E-0078BA7A68D2}">
      <dgm:prSet/>
      <dgm:spPr/>
      <dgm:t>
        <a:bodyPr/>
        <a:lstStyle/>
        <a:p>
          <a:r>
            <a:rPr lang="en-US"/>
            <a:t>• Output: Structured dataset (CSV)</a:t>
          </a:r>
        </a:p>
      </dgm:t>
    </dgm:pt>
    <dgm:pt modelId="{D444A29D-6EDD-4603-9F44-D2C419850A2D}" type="parTrans" cxnId="{1F495D2C-7837-4B61-9806-07DD18A761F4}">
      <dgm:prSet/>
      <dgm:spPr/>
      <dgm:t>
        <a:bodyPr/>
        <a:lstStyle/>
        <a:p>
          <a:endParaRPr lang="en-US"/>
        </a:p>
      </dgm:t>
    </dgm:pt>
    <dgm:pt modelId="{F47735AF-C3CA-498F-AE86-8704F95AAFAB}" type="sibTrans" cxnId="{1F495D2C-7837-4B61-9806-07DD18A761F4}">
      <dgm:prSet/>
      <dgm:spPr/>
      <dgm:t>
        <a:bodyPr/>
        <a:lstStyle/>
        <a:p>
          <a:endParaRPr lang="en-US"/>
        </a:p>
      </dgm:t>
    </dgm:pt>
    <dgm:pt modelId="{25D69CFA-32C1-4262-ADE0-3C3F9C7F7022}" type="pres">
      <dgm:prSet presAssocID="{6C1114C1-9049-41E8-A636-D0E280CB0BB6}" presName="root" presStyleCnt="0">
        <dgm:presLayoutVars>
          <dgm:dir/>
          <dgm:resizeHandles val="exact"/>
        </dgm:presLayoutVars>
      </dgm:prSet>
      <dgm:spPr/>
    </dgm:pt>
    <dgm:pt modelId="{7C52DAD5-E754-4FCD-A93F-F1A2D9623E23}" type="pres">
      <dgm:prSet presAssocID="{0DEE1C51-9B98-42ED-8F14-6FD0CA2B2FEB}" presName="compNode" presStyleCnt="0"/>
      <dgm:spPr/>
    </dgm:pt>
    <dgm:pt modelId="{F6C421DE-913B-41F5-B8DB-CA82D6DC6505}" type="pres">
      <dgm:prSet presAssocID="{0DEE1C51-9B98-42ED-8F14-6FD0CA2B2FEB}" presName="bgRect" presStyleLbl="bgShp" presStyleIdx="0" presStyleCnt="4"/>
      <dgm:spPr/>
    </dgm:pt>
    <dgm:pt modelId="{2E627F69-A016-4C2F-9C01-48022F7E00C2}" type="pres">
      <dgm:prSet presAssocID="{0DEE1C51-9B98-42ED-8F14-6FD0CA2B2F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2C7043F7-42A1-48D5-AF23-83EDC5649120}" type="pres">
      <dgm:prSet presAssocID="{0DEE1C51-9B98-42ED-8F14-6FD0CA2B2FEB}" presName="spaceRect" presStyleCnt="0"/>
      <dgm:spPr/>
    </dgm:pt>
    <dgm:pt modelId="{647CFA1D-7778-495D-8B34-33A34433662B}" type="pres">
      <dgm:prSet presAssocID="{0DEE1C51-9B98-42ED-8F14-6FD0CA2B2FEB}" presName="parTx" presStyleLbl="revTx" presStyleIdx="0" presStyleCnt="4">
        <dgm:presLayoutVars>
          <dgm:chMax val="0"/>
          <dgm:chPref val="0"/>
        </dgm:presLayoutVars>
      </dgm:prSet>
      <dgm:spPr/>
    </dgm:pt>
    <dgm:pt modelId="{94412800-E419-40DF-A8CA-EE420FFB4CA8}" type="pres">
      <dgm:prSet presAssocID="{27BBB3E5-4764-470C-9F8B-744C6849FB9A}" presName="sibTrans" presStyleCnt="0"/>
      <dgm:spPr/>
    </dgm:pt>
    <dgm:pt modelId="{909F3222-BD3C-402A-B6D3-C68E613E008D}" type="pres">
      <dgm:prSet presAssocID="{94B7D2B2-BE8B-442D-B066-7BE4EBDE472A}" presName="compNode" presStyleCnt="0"/>
      <dgm:spPr/>
    </dgm:pt>
    <dgm:pt modelId="{FDF1A6F6-36AA-42B4-B495-75BFB745003F}" type="pres">
      <dgm:prSet presAssocID="{94B7D2B2-BE8B-442D-B066-7BE4EBDE472A}" presName="bgRect" presStyleLbl="bgShp" presStyleIdx="1" presStyleCnt="4"/>
      <dgm:spPr/>
    </dgm:pt>
    <dgm:pt modelId="{C4171CBD-15BA-4302-B90E-AE4E8C4BD92D}" type="pres">
      <dgm:prSet presAssocID="{94B7D2B2-BE8B-442D-B066-7BE4EBDE472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ABBFE18E-1AF6-4E05-B663-70F3D8B98B0A}" type="pres">
      <dgm:prSet presAssocID="{94B7D2B2-BE8B-442D-B066-7BE4EBDE472A}" presName="spaceRect" presStyleCnt="0"/>
      <dgm:spPr/>
    </dgm:pt>
    <dgm:pt modelId="{CF2FC804-DFBB-43A4-8073-C9800DE49DB9}" type="pres">
      <dgm:prSet presAssocID="{94B7D2B2-BE8B-442D-B066-7BE4EBDE472A}" presName="parTx" presStyleLbl="revTx" presStyleIdx="1" presStyleCnt="4">
        <dgm:presLayoutVars>
          <dgm:chMax val="0"/>
          <dgm:chPref val="0"/>
        </dgm:presLayoutVars>
      </dgm:prSet>
      <dgm:spPr/>
    </dgm:pt>
    <dgm:pt modelId="{DEFC03C9-6C30-4EC0-A4D4-2D4B826061FE}" type="pres">
      <dgm:prSet presAssocID="{32A5092A-09DF-4294-8CFF-C893233841EF}" presName="sibTrans" presStyleCnt="0"/>
      <dgm:spPr/>
    </dgm:pt>
    <dgm:pt modelId="{F71A5ECB-923E-4EB6-AD87-3D78BBB8F808}" type="pres">
      <dgm:prSet presAssocID="{4790B102-0089-47AC-BBDB-9433C390129E}" presName="compNode" presStyleCnt="0"/>
      <dgm:spPr/>
    </dgm:pt>
    <dgm:pt modelId="{A5F4439C-7015-47F1-8C53-7F734F90EB29}" type="pres">
      <dgm:prSet presAssocID="{4790B102-0089-47AC-BBDB-9433C390129E}" presName="bgRect" presStyleLbl="bgShp" presStyleIdx="2" presStyleCnt="4"/>
      <dgm:spPr/>
    </dgm:pt>
    <dgm:pt modelId="{EE9360CA-FAEC-4293-A0E3-BC341B6A297C}" type="pres">
      <dgm:prSet presAssocID="{4790B102-0089-47AC-BBDB-9433C390129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EAC0D11-CAE5-4976-BE5D-03A0F5E3107A}" type="pres">
      <dgm:prSet presAssocID="{4790B102-0089-47AC-BBDB-9433C390129E}" presName="spaceRect" presStyleCnt="0"/>
      <dgm:spPr/>
    </dgm:pt>
    <dgm:pt modelId="{0BCAC7A6-58F8-4B74-97F0-E15867556686}" type="pres">
      <dgm:prSet presAssocID="{4790B102-0089-47AC-BBDB-9433C390129E}" presName="parTx" presStyleLbl="revTx" presStyleIdx="2" presStyleCnt="4">
        <dgm:presLayoutVars>
          <dgm:chMax val="0"/>
          <dgm:chPref val="0"/>
        </dgm:presLayoutVars>
      </dgm:prSet>
      <dgm:spPr/>
    </dgm:pt>
    <dgm:pt modelId="{92F012F8-3716-4BF8-9804-AB16AECA9947}" type="pres">
      <dgm:prSet presAssocID="{86FC8482-F688-4DFF-BF80-4F166719CCCD}" presName="sibTrans" presStyleCnt="0"/>
      <dgm:spPr/>
    </dgm:pt>
    <dgm:pt modelId="{CEE31C26-407A-4136-973D-DD8FA9098E39}" type="pres">
      <dgm:prSet presAssocID="{6A793358-891D-4AAA-9D8E-0078BA7A68D2}" presName="compNode" presStyleCnt="0"/>
      <dgm:spPr/>
    </dgm:pt>
    <dgm:pt modelId="{BCAF5673-5F73-4A5E-9387-401F61F827CA}" type="pres">
      <dgm:prSet presAssocID="{6A793358-891D-4AAA-9D8E-0078BA7A68D2}" presName="bgRect" presStyleLbl="bgShp" presStyleIdx="3" presStyleCnt="4"/>
      <dgm:spPr/>
    </dgm:pt>
    <dgm:pt modelId="{37DD13E0-00E9-4208-B915-295393EFCB9F}" type="pres">
      <dgm:prSet presAssocID="{6A793358-891D-4AAA-9D8E-0078BA7A68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9B121FA-288E-4EBB-BC80-3B9E4CBE300C}" type="pres">
      <dgm:prSet presAssocID="{6A793358-891D-4AAA-9D8E-0078BA7A68D2}" presName="spaceRect" presStyleCnt="0"/>
      <dgm:spPr/>
    </dgm:pt>
    <dgm:pt modelId="{444DEE01-FED9-4A67-8750-75F5F8CCA781}" type="pres">
      <dgm:prSet presAssocID="{6A793358-891D-4AAA-9D8E-0078BA7A68D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8C02416-7690-4114-9E64-BC55E22885D4}" type="presOf" srcId="{6C1114C1-9049-41E8-A636-D0E280CB0BB6}" destId="{25D69CFA-32C1-4262-ADE0-3C3F9C7F7022}" srcOrd="0" destOrd="0" presId="urn:microsoft.com/office/officeart/2018/2/layout/IconVerticalSolidList"/>
    <dgm:cxn modelId="{ECE79816-9248-4BE6-9986-C593BBE169C4}" srcId="{6C1114C1-9049-41E8-A636-D0E280CB0BB6}" destId="{0DEE1C51-9B98-42ED-8F14-6FD0CA2B2FEB}" srcOrd="0" destOrd="0" parTransId="{754E13FF-B6CD-40FE-81EB-9429C8A9794A}" sibTransId="{27BBB3E5-4764-470C-9F8B-744C6849FB9A}"/>
    <dgm:cxn modelId="{1F495D2C-7837-4B61-9806-07DD18A761F4}" srcId="{6C1114C1-9049-41E8-A636-D0E280CB0BB6}" destId="{6A793358-891D-4AAA-9D8E-0078BA7A68D2}" srcOrd="3" destOrd="0" parTransId="{D444A29D-6EDD-4603-9F44-D2C419850A2D}" sibTransId="{F47735AF-C3CA-498F-AE86-8704F95AAFAB}"/>
    <dgm:cxn modelId="{47AAD63D-2C90-4CA9-9CDB-E0AF8DB19DF1}" type="presOf" srcId="{0DEE1C51-9B98-42ED-8F14-6FD0CA2B2FEB}" destId="{647CFA1D-7778-495D-8B34-33A34433662B}" srcOrd="0" destOrd="0" presId="urn:microsoft.com/office/officeart/2018/2/layout/IconVerticalSolidList"/>
    <dgm:cxn modelId="{EB502786-B7F3-44BC-81DF-76E705B71896}" type="presOf" srcId="{94B7D2B2-BE8B-442D-B066-7BE4EBDE472A}" destId="{CF2FC804-DFBB-43A4-8073-C9800DE49DB9}" srcOrd="0" destOrd="0" presId="urn:microsoft.com/office/officeart/2018/2/layout/IconVerticalSolidList"/>
    <dgm:cxn modelId="{2E11B3B3-D166-4601-A9DB-2C55C0FABFA9}" type="presOf" srcId="{4790B102-0089-47AC-BBDB-9433C390129E}" destId="{0BCAC7A6-58F8-4B74-97F0-E15867556686}" srcOrd="0" destOrd="0" presId="urn:microsoft.com/office/officeart/2018/2/layout/IconVerticalSolidList"/>
    <dgm:cxn modelId="{DCD9BBBE-0A85-4FB4-B027-C2375CB70DE4}" srcId="{6C1114C1-9049-41E8-A636-D0E280CB0BB6}" destId="{4790B102-0089-47AC-BBDB-9433C390129E}" srcOrd="2" destOrd="0" parTransId="{A0E75A9C-2AB5-41C0-844B-EB2FF2C03AEE}" sibTransId="{86FC8482-F688-4DFF-BF80-4F166719CCCD}"/>
    <dgm:cxn modelId="{F4F149C7-29E7-4F4D-AC01-2FB3A335B200}" srcId="{6C1114C1-9049-41E8-A636-D0E280CB0BB6}" destId="{94B7D2B2-BE8B-442D-B066-7BE4EBDE472A}" srcOrd="1" destOrd="0" parTransId="{8C0BD4B3-C2B6-4625-AE0C-41C31DB8357A}" sibTransId="{32A5092A-09DF-4294-8CFF-C893233841EF}"/>
    <dgm:cxn modelId="{E4AD80E0-F7F3-4042-BB57-775C05E77F34}" type="presOf" srcId="{6A793358-891D-4AAA-9D8E-0078BA7A68D2}" destId="{444DEE01-FED9-4A67-8750-75F5F8CCA781}" srcOrd="0" destOrd="0" presId="urn:microsoft.com/office/officeart/2018/2/layout/IconVerticalSolidList"/>
    <dgm:cxn modelId="{63C2A8EE-3789-47DC-8D9B-DB0513BBE6C7}" type="presParOf" srcId="{25D69CFA-32C1-4262-ADE0-3C3F9C7F7022}" destId="{7C52DAD5-E754-4FCD-A93F-F1A2D9623E23}" srcOrd="0" destOrd="0" presId="urn:microsoft.com/office/officeart/2018/2/layout/IconVerticalSolidList"/>
    <dgm:cxn modelId="{41C9778E-66F9-4A30-8F22-9DFF2DD525D4}" type="presParOf" srcId="{7C52DAD5-E754-4FCD-A93F-F1A2D9623E23}" destId="{F6C421DE-913B-41F5-B8DB-CA82D6DC6505}" srcOrd="0" destOrd="0" presId="urn:microsoft.com/office/officeart/2018/2/layout/IconVerticalSolidList"/>
    <dgm:cxn modelId="{0F14D559-E37A-4E72-B5D7-0FD9D2FB3CEE}" type="presParOf" srcId="{7C52DAD5-E754-4FCD-A93F-F1A2D9623E23}" destId="{2E627F69-A016-4C2F-9C01-48022F7E00C2}" srcOrd="1" destOrd="0" presId="urn:microsoft.com/office/officeart/2018/2/layout/IconVerticalSolidList"/>
    <dgm:cxn modelId="{16B2A641-4F95-4492-A4ED-72CC926B33E4}" type="presParOf" srcId="{7C52DAD5-E754-4FCD-A93F-F1A2D9623E23}" destId="{2C7043F7-42A1-48D5-AF23-83EDC5649120}" srcOrd="2" destOrd="0" presId="urn:microsoft.com/office/officeart/2018/2/layout/IconVerticalSolidList"/>
    <dgm:cxn modelId="{9B2FD305-41C7-4187-9690-3FA1C3482C44}" type="presParOf" srcId="{7C52DAD5-E754-4FCD-A93F-F1A2D9623E23}" destId="{647CFA1D-7778-495D-8B34-33A34433662B}" srcOrd="3" destOrd="0" presId="urn:microsoft.com/office/officeart/2018/2/layout/IconVerticalSolidList"/>
    <dgm:cxn modelId="{162AD4C9-CD57-493F-9E16-75C7DE18412C}" type="presParOf" srcId="{25D69CFA-32C1-4262-ADE0-3C3F9C7F7022}" destId="{94412800-E419-40DF-A8CA-EE420FFB4CA8}" srcOrd="1" destOrd="0" presId="urn:microsoft.com/office/officeart/2018/2/layout/IconVerticalSolidList"/>
    <dgm:cxn modelId="{7144C8C4-3B4A-45DA-B894-ACAC8AFC5EC9}" type="presParOf" srcId="{25D69CFA-32C1-4262-ADE0-3C3F9C7F7022}" destId="{909F3222-BD3C-402A-B6D3-C68E613E008D}" srcOrd="2" destOrd="0" presId="urn:microsoft.com/office/officeart/2018/2/layout/IconVerticalSolidList"/>
    <dgm:cxn modelId="{D2FECD1A-2626-4DE6-865B-8BFB4E368185}" type="presParOf" srcId="{909F3222-BD3C-402A-B6D3-C68E613E008D}" destId="{FDF1A6F6-36AA-42B4-B495-75BFB745003F}" srcOrd="0" destOrd="0" presId="urn:microsoft.com/office/officeart/2018/2/layout/IconVerticalSolidList"/>
    <dgm:cxn modelId="{51D3A3DA-ABA7-44F6-AE70-C3A0CD4845DD}" type="presParOf" srcId="{909F3222-BD3C-402A-B6D3-C68E613E008D}" destId="{C4171CBD-15BA-4302-B90E-AE4E8C4BD92D}" srcOrd="1" destOrd="0" presId="urn:microsoft.com/office/officeart/2018/2/layout/IconVerticalSolidList"/>
    <dgm:cxn modelId="{026483FF-F38C-4F0E-948C-E52AF1CC1E1F}" type="presParOf" srcId="{909F3222-BD3C-402A-B6D3-C68E613E008D}" destId="{ABBFE18E-1AF6-4E05-B663-70F3D8B98B0A}" srcOrd="2" destOrd="0" presId="urn:microsoft.com/office/officeart/2018/2/layout/IconVerticalSolidList"/>
    <dgm:cxn modelId="{29D72344-A418-44AE-B8D6-5448EEC8F420}" type="presParOf" srcId="{909F3222-BD3C-402A-B6D3-C68E613E008D}" destId="{CF2FC804-DFBB-43A4-8073-C9800DE49DB9}" srcOrd="3" destOrd="0" presId="urn:microsoft.com/office/officeart/2018/2/layout/IconVerticalSolidList"/>
    <dgm:cxn modelId="{89BBFADD-7120-4881-A4FF-C57A80999DB7}" type="presParOf" srcId="{25D69CFA-32C1-4262-ADE0-3C3F9C7F7022}" destId="{DEFC03C9-6C30-4EC0-A4D4-2D4B826061FE}" srcOrd="3" destOrd="0" presId="urn:microsoft.com/office/officeart/2018/2/layout/IconVerticalSolidList"/>
    <dgm:cxn modelId="{CA03115F-0B6A-411A-AF79-7F0E5E8E6B38}" type="presParOf" srcId="{25D69CFA-32C1-4262-ADE0-3C3F9C7F7022}" destId="{F71A5ECB-923E-4EB6-AD87-3D78BBB8F808}" srcOrd="4" destOrd="0" presId="urn:microsoft.com/office/officeart/2018/2/layout/IconVerticalSolidList"/>
    <dgm:cxn modelId="{7F3CF888-4F2D-4586-8D45-8805A51B1E8F}" type="presParOf" srcId="{F71A5ECB-923E-4EB6-AD87-3D78BBB8F808}" destId="{A5F4439C-7015-47F1-8C53-7F734F90EB29}" srcOrd="0" destOrd="0" presId="urn:microsoft.com/office/officeart/2018/2/layout/IconVerticalSolidList"/>
    <dgm:cxn modelId="{5B8C8F33-7575-4E47-AC64-5614AC64DD6F}" type="presParOf" srcId="{F71A5ECB-923E-4EB6-AD87-3D78BBB8F808}" destId="{EE9360CA-FAEC-4293-A0E3-BC341B6A297C}" srcOrd="1" destOrd="0" presId="urn:microsoft.com/office/officeart/2018/2/layout/IconVerticalSolidList"/>
    <dgm:cxn modelId="{2B3E94B2-3D6D-4AAB-8DB5-E5B65E8C001A}" type="presParOf" srcId="{F71A5ECB-923E-4EB6-AD87-3D78BBB8F808}" destId="{2EAC0D11-CAE5-4976-BE5D-03A0F5E3107A}" srcOrd="2" destOrd="0" presId="urn:microsoft.com/office/officeart/2018/2/layout/IconVerticalSolidList"/>
    <dgm:cxn modelId="{0B9B1C17-0215-42A8-B319-3715ACBF0500}" type="presParOf" srcId="{F71A5ECB-923E-4EB6-AD87-3D78BBB8F808}" destId="{0BCAC7A6-58F8-4B74-97F0-E15867556686}" srcOrd="3" destOrd="0" presId="urn:microsoft.com/office/officeart/2018/2/layout/IconVerticalSolidList"/>
    <dgm:cxn modelId="{CDA91FFB-548C-4B04-842F-75AFC8D7014E}" type="presParOf" srcId="{25D69CFA-32C1-4262-ADE0-3C3F9C7F7022}" destId="{92F012F8-3716-4BF8-9804-AB16AECA9947}" srcOrd="5" destOrd="0" presId="urn:microsoft.com/office/officeart/2018/2/layout/IconVerticalSolidList"/>
    <dgm:cxn modelId="{2FD2BC6D-0E76-4D94-885B-0B40933762C0}" type="presParOf" srcId="{25D69CFA-32C1-4262-ADE0-3C3F9C7F7022}" destId="{CEE31C26-407A-4136-973D-DD8FA9098E39}" srcOrd="6" destOrd="0" presId="urn:microsoft.com/office/officeart/2018/2/layout/IconVerticalSolidList"/>
    <dgm:cxn modelId="{F0208760-F881-42FD-9E87-F1A6F5FB4C56}" type="presParOf" srcId="{CEE31C26-407A-4136-973D-DD8FA9098E39}" destId="{BCAF5673-5F73-4A5E-9387-401F61F827CA}" srcOrd="0" destOrd="0" presId="urn:microsoft.com/office/officeart/2018/2/layout/IconVerticalSolidList"/>
    <dgm:cxn modelId="{B2E2E86E-F7DE-4870-A884-7B64AABFE460}" type="presParOf" srcId="{CEE31C26-407A-4136-973D-DD8FA9098E39}" destId="{37DD13E0-00E9-4208-B915-295393EFCB9F}" srcOrd="1" destOrd="0" presId="urn:microsoft.com/office/officeart/2018/2/layout/IconVerticalSolidList"/>
    <dgm:cxn modelId="{48890409-33C6-4051-9156-BEC0E1E76CC3}" type="presParOf" srcId="{CEE31C26-407A-4136-973D-DD8FA9098E39}" destId="{39B121FA-288E-4EBB-BC80-3B9E4CBE300C}" srcOrd="2" destOrd="0" presId="urn:microsoft.com/office/officeart/2018/2/layout/IconVerticalSolidList"/>
    <dgm:cxn modelId="{9A484BB2-18F0-48C3-95E4-97E5D7973BE9}" type="presParOf" srcId="{CEE31C26-407A-4136-973D-DD8FA9098E39}" destId="{444DEE01-FED9-4A67-8750-75F5F8CCA7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4CB422D-57E2-401D-9620-5C784063680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306FB54-25B9-4503-84EF-DF86FA2431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Car Brand and Model</a:t>
          </a:r>
        </a:p>
      </dgm:t>
    </dgm:pt>
    <dgm:pt modelId="{2B9510BF-60B4-4595-825C-D7F053BF635D}" type="parTrans" cxnId="{358E078C-604D-4CFB-A883-9D2DEB26A3C5}">
      <dgm:prSet/>
      <dgm:spPr/>
      <dgm:t>
        <a:bodyPr/>
        <a:lstStyle/>
        <a:p>
          <a:endParaRPr lang="en-US"/>
        </a:p>
      </dgm:t>
    </dgm:pt>
    <dgm:pt modelId="{E97A6063-444B-4A13-8DEE-249C3F9B0895}" type="sibTrans" cxnId="{358E078C-604D-4CFB-A883-9D2DEB26A3C5}">
      <dgm:prSet/>
      <dgm:spPr/>
      <dgm:t>
        <a:bodyPr/>
        <a:lstStyle/>
        <a:p>
          <a:endParaRPr lang="en-US"/>
        </a:p>
      </dgm:t>
    </dgm:pt>
    <dgm:pt modelId="{8B7D11C7-6E2A-4E74-AE4C-89A661479D2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Price and EMI</a:t>
          </a:r>
        </a:p>
      </dgm:t>
    </dgm:pt>
    <dgm:pt modelId="{FCB14921-9A3F-4794-8369-075FC191E379}" type="parTrans" cxnId="{088E7C16-FC1E-4338-A23C-5129ED78D0AA}">
      <dgm:prSet/>
      <dgm:spPr/>
      <dgm:t>
        <a:bodyPr/>
        <a:lstStyle/>
        <a:p>
          <a:endParaRPr lang="en-US"/>
        </a:p>
      </dgm:t>
    </dgm:pt>
    <dgm:pt modelId="{FEF3A8CD-B773-4461-BBFE-A5170A3F1333}" type="sibTrans" cxnId="{088E7C16-FC1E-4338-A23C-5129ED78D0AA}">
      <dgm:prSet/>
      <dgm:spPr/>
      <dgm:t>
        <a:bodyPr/>
        <a:lstStyle/>
        <a:p>
          <a:endParaRPr lang="en-US"/>
        </a:p>
      </dgm:t>
    </dgm:pt>
    <dgm:pt modelId="{5A1D1B51-F775-41A4-B8CA-1EF4188333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Fuel Type</a:t>
          </a:r>
        </a:p>
      </dgm:t>
    </dgm:pt>
    <dgm:pt modelId="{08EEDE34-E581-465D-8C50-E26016294915}" type="parTrans" cxnId="{CE5443F7-4BB7-475F-B4FD-D6B5E0112E0E}">
      <dgm:prSet/>
      <dgm:spPr/>
      <dgm:t>
        <a:bodyPr/>
        <a:lstStyle/>
        <a:p>
          <a:endParaRPr lang="en-US"/>
        </a:p>
      </dgm:t>
    </dgm:pt>
    <dgm:pt modelId="{92332224-067F-4919-8710-467870DF0933}" type="sibTrans" cxnId="{CE5443F7-4BB7-475F-B4FD-D6B5E0112E0E}">
      <dgm:prSet/>
      <dgm:spPr/>
      <dgm:t>
        <a:bodyPr/>
        <a:lstStyle/>
        <a:p>
          <a:endParaRPr lang="en-US"/>
        </a:p>
      </dgm:t>
    </dgm:pt>
    <dgm:pt modelId="{EDD7BEC9-C1B8-43FC-A776-4BEAC265E99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Location</a:t>
          </a:r>
        </a:p>
      </dgm:t>
    </dgm:pt>
    <dgm:pt modelId="{00753CCE-2E80-4B9B-8C48-E99B58386393}" type="parTrans" cxnId="{5EF520A5-8D29-48AD-A237-8D70ECCFEB53}">
      <dgm:prSet/>
      <dgm:spPr/>
      <dgm:t>
        <a:bodyPr/>
        <a:lstStyle/>
        <a:p>
          <a:endParaRPr lang="en-US"/>
        </a:p>
      </dgm:t>
    </dgm:pt>
    <dgm:pt modelId="{FB2F5CCE-FA1E-4CB6-A326-FB1129906147}" type="sibTrans" cxnId="{5EF520A5-8D29-48AD-A237-8D70ECCFEB53}">
      <dgm:prSet/>
      <dgm:spPr/>
      <dgm:t>
        <a:bodyPr/>
        <a:lstStyle/>
        <a:p>
          <a:endParaRPr lang="en-US"/>
        </a:p>
      </dgm:t>
    </dgm:pt>
    <dgm:pt modelId="{F979B7A1-5552-4432-9FD5-9144C23ACD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Car Condition and Year</a:t>
          </a:r>
        </a:p>
      </dgm:t>
    </dgm:pt>
    <dgm:pt modelId="{E4402AB2-62B6-4088-9AF9-07CF5A251F8C}" type="parTrans" cxnId="{4B8AC4AC-0A54-4E60-A515-4CFB228B0C0E}">
      <dgm:prSet/>
      <dgm:spPr/>
      <dgm:t>
        <a:bodyPr/>
        <a:lstStyle/>
        <a:p>
          <a:endParaRPr lang="en-US"/>
        </a:p>
      </dgm:t>
    </dgm:pt>
    <dgm:pt modelId="{53872FDE-563B-4E6D-A49A-D654B9352482}" type="sibTrans" cxnId="{4B8AC4AC-0A54-4E60-A515-4CFB228B0C0E}">
      <dgm:prSet/>
      <dgm:spPr/>
      <dgm:t>
        <a:bodyPr/>
        <a:lstStyle/>
        <a:p>
          <a:endParaRPr lang="en-US"/>
        </a:p>
      </dgm:t>
    </dgm:pt>
    <dgm:pt modelId="{848B1851-9688-4183-A072-FE9330D13898}" type="pres">
      <dgm:prSet presAssocID="{84CB422D-57E2-401D-9620-5C784063680A}" presName="root" presStyleCnt="0">
        <dgm:presLayoutVars>
          <dgm:dir/>
          <dgm:resizeHandles val="exact"/>
        </dgm:presLayoutVars>
      </dgm:prSet>
      <dgm:spPr/>
    </dgm:pt>
    <dgm:pt modelId="{72EC371D-37BE-4025-953E-E2B76DAE09CB}" type="pres">
      <dgm:prSet presAssocID="{7306FB54-25B9-4503-84EF-DF86FA24314A}" presName="compNode" presStyleCnt="0"/>
      <dgm:spPr/>
    </dgm:pt>
    <dgm:pt modelId="{8126E9EF-CAC3-46F6-AFC5-6DD351651F9E}" type="pres">
      <dgm:prSet presAssocID="{7306FB54-25B9-4503-84EF-DF86FA24314A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A9527D1-7498-4836-AC2F-769A2778ECAB}" type="pres">
      <dgm:prSet presAssocID="{7306FB54-25B9-4503-84EF-DF86FA24314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E5C7C978-A2CA-4B7C-B715-9D73367176D8}" type="pres">
      <dgm:prSet presAssocID="{7306FB54-25B9-4503-84EF-DF86FA24314A}" presName="spaceRect" presStyleCnt="0"/>
      <dgm:spPr/>
    </dgm:pt>
    <dgm:pt modelId="{51A49CC9-0194-45B8-9D85-393209B43059}" type="pres">
      <dgm:prSet presAssocID="{7306FB54-25B9-4503-84EF-DF86FA24314A}" presName="textRect" presStyleLbl="revTx" presStyleIdx="0" presStyleCnt="5">
        <dgm:presLayoutVars>
          <dgm:chMax val="1"/>
          <dgm:chPref val="1"/>
        </dgm:presLayoutVars>
      </dgm:prSet>
      <dgm:spPr/>
    </dgm:pt>
    <dgm:pt modelId="{87CA16FC-EBE8-46B0-8389-2649C0141A41}" type="pres">
      <dgm:prSet presAssocID="{E97A6063-444B-4A13-8DEE-249C3F9B0895}" presName="sibTrans" presStyleCnt="0"/>
      <dgm:spPr/>
    </dgm:pt>
    <dgm:pt modelId="{D60A1F5D-86F8-42CE-A36C-7DD3917219F9}" type="pres">
      <dgm:prSet presAssocID="{8B7D11C7-6E2A-4E74-AE4C-89A661479D2D}" presName="compNode" presStyleCnt="0"/>
      <dgm:spPr/>
    </dgm:pt>
    <dgm:pt modelId="{B1F39DD6-B6D0-4FF0-9B0D-945E62E37F9A}" type="pres">
      <dgm:prSet presAssocID="{8B7D11C7-6E2A-4E74-AE4C-89A661479D2D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D8EAFBF-EA85-4BB0-92A2-C24EB1EED5A8}" type="pres">
      <dgm:prSet presAssocID="{8B7D11C7-6E2A-4E74-AE4C-89A661479D2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C8CDE2D-2312-4EEF-8623-A937EB3E7F14}" type="pres">
      <dgm:prSet presAssocID="{8B7D11C7-6E2A-4E74-AE4C-89A661479D2D}" presName="spaceRect" presStyleCnt="0"/>
      <dgm:spPr/>
    </dgm:pt>
    <dgm:pt modelId="{82101E23-379E-4F23-8DA7-DCE1B9872842}" type="pres">
      <dgm:prSet presAssocID="{8B7D11C7-6E2A-4E74-AE4C-89A661479D2D}" presName="textRect" presStyleLbl="revTx" presStyleIdx="1" presStyleCnt="5">
        <dgm:presLayoutVars>
          <dgm:chMax val="1"/>
          <dgm:chPref val="1"/>
        </dgm:presLayoutVars>
      </dgm:prSet>
      <dgm:spPr/>
    </dgm:pt>
    <dgm:pt modelId="{54431492-B457-44BD-8B1A-F0F3A09434D3}" type="pres">
      <dgm:prSet presAssocID="{FEF3A8CD-B773-4461-BBFE-A5170A3F1333}" presName="sibTrans" presStyleCnt="0"/>
      <dgm:spPr/>
    </dgm:pt>
    <dgm:pt modelId="{ECA2B30A-5AE8-4A85-870E-81065975BDF1}" type="pres">
      <dgm:prSet presAssocID="{5A1D1B51-F775-41A4-B8CA-1EF4188333B2}" presName="compNode" presStyleCnt="0"/>
      <dgm:spPr/>
    </dgm:pt>
    <dgm:pt modelId="{E9A22F78-187D-4717-9CC4-79F5F650E362}" type="pres">
      <dgm:prSet presAssocID="{5A1D1B51-F775-41A4-B8CA-1EF4188333B2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FB311CA-35C5-4AD7-963D-CD105682B3B6}" type="pres">
      <dgm:prSet presAssocID="{5A1D1B51-F775-41A4-B8CA-1EF4188333B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23DF4FCC-3C60-4F82-8541-991D59815E4E}" type="pres">
      <dgm:prSet presAssocID="{5A1D1B51-F775-41A4-B8CA-1EF4188333B2}" presName="spaceRect" presStyleCnt="0"/>
      <dgm:spPr/>
    </dgm:pt>
    <dgm:pt modelId="{1C7B2897-5F5C-4F3F-BA94-46A1EE207A61}" type="pres">
      <dgm:prSet presAssocID="{5A1D1B51-F775-41A4-B8CA-1EF4188333B2}" presName="textRect" presStyleLbl="revTx" presStyleIdx="2" presStyleCnt="5">
        <dgm:presLayoutVars>
          <dgm:chMax val="1"/>
          <dgm:chPref val="1"/>
        </dgm:presLayoutVars>
      </dgm:prSet>
      <dgm:spPr/>
    </dgm:pt>
    <dgm:pt modelId="{1A57D00D-94F5-4AF6-AC40-0D479959E962}" type="pres">
      <dgm:prSet presAssocID="{92332224-067F-4919-8710-467870DF0933}" presName="sibTrans" presStyleCnt="0"/>
      <dgm:spPr/>
    </dgm:pt>
    <dgm:pt modelId="{04B27EBD-05E2-4438-A4C3-F0B4A5D35426}" type="pres">
      <dgm:prSet presAssocID="{EDD7BEC9-C1B8-43FC-A776-4BEAC265E999}" presName="compNode" presStyleCnt="0"/>
      <dgm:spPr/>
    </dgm:pt>
    <dgm:pt modelId="{DC16394C-8B21-43A9-BDE3-90B10A47ABDF}" type="pres">
      <dgm:prSet presAssocID="{EDD7BEC9-C1B8-43FC-A776-4BEAC265E999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8416FF6-2953-4925-B726-CC4DE1B695C8}" type="pres">
      <dgm:prSet presAssocID="{EDD7BEC9-C1B8-43FC-A776-4BEAC265E9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069829F-C52A-4FE7-B7E6-E980504F4669}" type="pres">
      <dgm:prSet presAssocID="{EDD7BEC9-C1B8-43FC-A776-4BEAC265E999}" presName="spaceRect" presStyleCnt="0"/>
      <dgm:spPr/>
    </dgm:pt>
    <dgm:pt modelId="{5C8FD01F-D7AB-49DF-88E9-340401F90A06}" type="pres">
      <dgm:prSet presAssocID="{EDD7BEC9-C1B8-43FC-A776-4BEAC265E999}" presName="textRect" presStyleLbl="revTx" presStyleIdx="3" presStyleCnt="5">
        <dgm:presLayoutVars>
          <dgm:chMax val="1"/>
          <dgm:chPref val="1"/>
        </dgm:presLayoutVars>
      </dgm:prSet>
      <dgm:spPr/>
    </dgm:pt>
    <dgm:pt modelId="{2E9FB565-9157-4376-8D6E-2E498C236C8D}" type="pres">
      <dgm:prSet presAssocID="{FB2F5CCE-FA1E-4CB6-A326-FB1129906147}" presName="sibTrans" presStyleCnt="0"/>
      <dgm:spPr/>
    </dgm:pt>
    <dgm:pt modelId="{E6A6DF42-D630-4AF7-ACFC-1638B38CDE3C}" type="pres">
      <dgm:prSet presAssocID="{F979B7A1-5552-4432-9FD5-9144C23ACD71}" presName="compNode" presStyleCnt="0"/>
      <dgm:spPr/>
    </dgm:pt>
    <dgm:pt modelId="{1F5F548E-59F3-4CAD-BA9B-8D137F7AB218}" type="pres">
      <dgm:prSet presAssocID="{F979B7A1-5552-4432-9FD5-9144C23ACD71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D0DC807-81DA-4C47-A356-C8D208F72F9B}" type="pres">
      <dgm:prSet presAssocID="{F979B7A1-5552-4432-9FD5-9144C23ACD7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48999B46-E6B3-4AE6-ACC3-BFE36AF6C0A3}" type="pres">
      <dgm:prSet presAssocID="{F979B7A1-5552-4432-9FD5-9144C23ACD71}" presName="spaceRect" presStyleCnt="0"/>
      <dgm:spPr/>
    </dgm:pt>
    <dgm:pt modelId="{B478D39F-7B71-4F29-A27C-20D132718DD7}" type="pres">
      <dgm:prSet presAssocID="{F979B7A1-5552-4432-9FD5-9144C23ACD7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88E7C16-FC1E-4338-A23C-5129ED78D0AA}" srcId="{84CB422D-57E2-401D-9620-5C784063680A}" destId="{8B7D11C7-6E2A-4E74-AE4C-89A661479D2D}" srcOrd="1" destOrd="0" parTransId="{FCB14921-9A3F-4794-8369-075FC191E379}" sibTransId="{FEF3A8CD-B773-4461-BBFE-A5170A3F1333}"/>
    <dgm:cxn modelId="{D4A3C233-BC9D-A84A-8A93-149A241A7A29}" type="presOf" srcId="{7306FB54-25B9-4503-84EF-DF86FA24314A}" destId="{51A49CC9-0194-45B8-9D85-393209B43059}" srcOrd="0" destOrd="0" presId="urn:microsoft.com/office/officeart/2018/5/layout/IconLeafLabelList"/>
    <dgm:cxn modelId="{DAC34776-D8EB-BC4F-9FE3-B57FE0DC899D}" type="presOf" srcId="{5A1D1B51-F775-41A4-B8CA-1EF4188333B2}" destId="{1C7B2897-5F5C-4F3F-BA94-46A1EE207A61}" srcOrd="0" destOrd="0" presId="urn:microsoft.com/office/officeart/2018/5/layout/IconLeafLabelList"/>
    <dgm:cxn modelId="{DF27197C-31ED-D24C-B0C3-58A68B9F179D}" type="presOf" srcId="{EDD7BEC9-C1B8-43FC-A776-4BEAC265E999}" destId="{5C8FD01F-D7AB-49DF-88E9-340401F90A06}" srcOrd="0" destOrd="0" presId="urn:microsoft.com/office/officeart/2018/5/layout/IconLeafLabelList"/>
    <dgm:cxn modelId="{358E078C-604D-4CFB-A883-9D2DEB26A3C5}" srcId="{84CB422D-57E2-401D-9620-5C784063680A}" destId="{7306FB54-25B9-4503-84EF-DF86FA24314A}" srcOrd="0" destOrd="0" parTransId="{2B9510BF-60B4-4595-825C-D7F053BF635D}" sibTransId="{E97A6063-444B-4A13-8DEE-249C3F9B0895}"/>
    <dgm:cxn modelId="{5EF520A5-8D29-48AD-A237-8D70ECCFEB53}" srcId="{84CB422D-57E2-401D-9620-5C784063680A}" destId="{EDD7BEC9-C1B8-43FC-A776-4BEAC265E999}" srcOrd="3" destOrd="0" parTransId="{00753CCE-2E80-4B9B-8C48-E99B58386393}" sibTransId="{FB2F5CCE-FA1E-4CB6-A326-FB1129906147}"/>
    <dgm:cxn modelId="{7AEE68A6-6AD4-C848-B6F9-EB18F7227879}" type="presOf" srcId="{F979B7A1-5552-4432-9FD5-9144C23ACD71}" destId="{B478D39F-7B71-4F29-A27C-20D132718DD7}" srcOrd="0" destOrd="0" presId="urn:microsoft.com/office/officeart/2018/5/layout/IconLeafLabelList"/>
    <dgm:cxn modelId="{4B8AC4AC-0A54-4E60-A515-4CFB228B0C0E}" srcId="{84CB422D-57E2-401D-9620-5C784063680A}" destId="{F979B7A1-5552-4432-9FD5-9144C23ACD71}" srcOrd="4" destOrd="0" parTransId="{E4402AB2-62B6-4088-9AF9-07CF5A251F8C}" sibTransId="{53872FDE-563B-4E6D-A49A-D654B9352482}"/>
    <dgm:cxn modelId="{4772CED5-1C2C-6641-AD11-C7E490A375D9}" type="presOf" srcId="{84CB422D-57E2-401D-9620-5C784063680A}" destId="{848B1851-9688-4183-A072-FE9330D13898}" srcOrd="0" destOrd="0" presId="urn:microsoft.com/office/officeart/2018/5/layout/IconLeafLabelList"/>
    <dgm:cxn modelId="{B78B6EDE-94E3-0644-B85B-B8992FE2C5F6}" type="presOf" srcId="{8B7D11C7-6E2A-4E74-AE4C-89A661479D2D}" destId="{82101E23-379E-4F23-8DA7-DCE1B9872842}" srcOrd="0" destOrd="0" presId="urn:microsoft.com/office/officeart/2018/5/layout/IconLeafLabelList"/>
    <dgm:cxn modelId="{CE5443F7-4BB7-475F-B4FD-D6B5E0112E0E}" srcId="{84CB422D-57E2-401D-9620-5C784063680A}" destId="{5A1D1B51-F775-41A4-B8CA-1EF4188333B2}" srcOrd="2" destOrd="0" parTransId="{08EEDE34-E581-465D-8C50-E26016294915}" sibTransId="{92332224-067F-4919-8710-467870DF0933}"/>
    <dgm:cxn modelId="{398FCE0A-43A4-624C-8325-646DE55B8668}" type="presParOf" srcId="{848B1851-9688-4183-A072-FE9330D13898}" destId="{72EC371D-37BE-4025-953E-E2B76DAE09CB}" srcOrd="0" destOrd="0" presId="urn:microsoft.com/office/officeart/2018/5/layout/IconLeafLabelList"/>
    <dgm:cxn modelId="{0C460E68-D291-CF41-9785-7DEFCF91BB4F}" type="presParOf" srcId="{72EC371D-37BE-4025-953E-E2B76DAE09CB}" destId="{8126E9EF-CAC3-46F6-AFC5-6DD351651F9E}" srcOrd="0" destOrd="0" presId="urn:microsoft.com/office/officeart/2018/5/layout/IconLeafLabelList"/>
    <dgm:cxn modelId="{4BE5CF92-1DAD-294F-AFE8-7A57B9931C66}" type="presParOf" srcId="{72EC371D-37BE-4025-953E-E2B76DAE09CB}" destId="{0A9527D1-7498-4836-AC2F-769A2778ECAB}" srcOrd="1" destOrd="0" presId="urn:microsoft.com/office/officeart/2018/5/layout/IconLeafLabelList"/>
    <dgm:cxn modelId="{CB867FF2-7697-FE4D-A4B1-267DDFB7B39B}" type="presParOf" srcId="{72EC371D-37BE-4025-953E-E2B76DAE09CB}" destId="{E5C7C978-A2CA-4B7C-B715-9D73367176D8}" srcOrd="2" destOrd="0" presId="urn:microsoft.com/office/officeart/2018/5/layout/IconLeafLabelList"/>
    <dgm:cxn modelId="{8C621DEA-DBFD-9547-92B0-5F89E18F430E}" type="presParOf" srcId="{72EC371D-37BE-4025-953E-E2B76DAE09CB}" destId="{51A49CC9-0194-45B8-9D85-393209B43059}" srcOrd="3" destOrd="0" presId="urn:microsoft.com/office/officeart/2018/5/layout/IconLeafLabelList"/>
    <dgm:cxn modelId="{E3863C0A-C1B8-A242-9B17-6BF374A5497C}" type="presParOf" srcId="{848B1851-9688-4183-A072-FE9330D13898}" destId="{87CA16FC-EBE8-46B0-8389-2649C0141A41}" srcOrd="1" destOrd="0" presId="urn:microsoft.com/office/officeart/2018/5/layout/IconLeafLabelList"/>
    <dgm:cxn modelId="{5775B7EF-9F8C-0F4E-91B3-08F1549985BD}" type="presParOf" srcId="{848B1851-9688-4183-A072-FE9330D13898}" destId="{D60A1F5D-86F8-42CE-A36C-7DD3917219F9}" srcOrd="2" destOrd="0" presId="urn:microsoft.com/office/officeart/2018/5/layout/IconLeafLabelList"/>
    <dgm:cxn modelId="{53B233C4-6F8B-9847-B3F2-33609AA279CF}" type="presParOf" srcId="{D60A1F5D-86F8-42CE-A36C-7DD3917219F9}" destId="{B1F39DD6-B6D0-4FF0-9B0D-945E62E37F9A}" srcOrd="0" destOrd="0" presId="urn:microsoft.com/office/officeart/2018/5/layout/IconLeafLabelList"/>
    <dgm:cxn modelId="{7A06AD6D-F145-894A-AA01-97A646F33C84}" type="presParOf" srcId="{D60A1F5D-86F8-42CE-A36C-7DD3917219F9}" destId="{4D8EAFBF-EA85-4BB0-92A2-C24EB1EED5A8}" srcOrd="1" destOrd="0" presId="urn:microsoft.com/office/officeart/2018/5/layout/IconLeafLabelList"/>
    <dgm:cxn modelId="{E1377873-D03E-204E-B695-92F20F149930}" type="presParOf" srcId="{D60A1F5D-86F8-42CE-A36C-7DD3917219F9}" destId="{0C8CDE2D-2312-4EEF-8623-A937EB3E7F14}" srcOrd="2" destOrd="0" presId="urn:microsoft.com/office/officeart/2018/5/layout/IconLeafLabelList"/>
    <dgm:cxn modelId="{C72232E5-F4ED-B148-9DBC-D4B5BF6A67A6}" type="presParOf" srcId="{D60A1F5D-86F8-42CE-A36C-7DD3917219F9}" destId="{82101E23-379E-4F23-8DA7-DCE1B9872842}" srcOrd="3" destOrd="0" presId="urn:microsoft.com/office/officeart/2018/5/layout/IconLeafLabelList"/>
    <dgm:cxn modelId="{22DC0A2C-FABF-F645-BCAE-56B60E248AD0}" type="presParOf" srcId="{848B1851-9688-4183-A072-FE9330D13898}" destId="{54431492-B457-44BD-8B1A-F0F3A09434D3}" srcOrd="3" destOrd="0" presId="urn:microsoft.com/office/officeart/2018/5/layout/IconLeafLabelList"/>
    <dgm:cxn modelId="{53AC207C-0BE9-3046-9FC3-2C7066FC6AA8}" type="presParOf" srcId="{848B1851-9688-4183-A072-FE9330D13898}" destId="{ECA2B30A-5AE8-4A85-870E-81065975BDF1}" srcOrd="4" destOrd="0" presId="urn:microsoft.com/office/officeart/2018/5/layout/IconLeafLabelList"/>
    <dgm:cxn modelId="{6671DFB1-B3DF-A54A-8D83-D2618F0E0621}" type="presParOf" srcId="{ECA2B30A-5AE8-4A85-870E-81065975BDF1}" destId="{E9A22F78-187D-4717-9CC4-79F5F650E362}" srcOrd="0" destOrd="0" presId="urn:microsoft.com/office/officeart/2018/5/layout/IconLeafLabelList"/>
    <dgm:cxn modelId="{628EAAF8-6FB3-AD43-B3CC-B7EE3A082994}" type="presParOf" srcId="{ECA2B30A-5AE8-4A85-870E-81065975BDF1}" destId="{5FB311CA-35C5-4AD7-963D-CD105682B3B6}" srcOrd="1" destOrd="0" presId="urn:microsoft.com/office/officeart/2018/5/layout/IconLeafLabelList"/>
    <dgm:cxn modelId="{66CFE68C-FE49-B241-BE72-44010B71604F}" type="presParOf" srcId="{ECA2B30A-5AE8-4A85-870E-81065975BDF1}" destId="{23DF4FCC-3C60-4F82-8541-991D59815E4E}" srcOrd="2" destOrd="0" presId="urn:microsoft.com/office/officeart/2018/5/layout/IconLeafLabelList"/>
    <dgm:cxn modelId="{436C9F69-5C6B-4646-AB19-77A2221B2261}" type="presParOf" srcId="{ECA2B30A-5AE8-4A85-870E-81065975BDF1}" destId="{1C7B2897-5F5C-4F3F-BA94-46A1EE207A61}" srcOrd="3" destOrd="0" presId="urn:microsoft.com/office/officeart/2018/5/layout/IconLeafLabelList"/>
    <dgm:cxn modelId="{BC5D57F8-5156-3746-8EC3-88DFD7B38EE2}" type="presParOf" srcId="{848B1851-9688-4183-A072-FE9330D13898}" destId="{1A57D00D-94F5-4AF6-AC40-0D479959E962}" srcOrd="5" destOrd="0" presId="urn:microsoft.com/office/officeart/2018/5/layout/IconLeafLabelList"/>
    <dgm:cxn modelId="{F2F64624-9D13-C546-8732-C493F1E3A806}" type="presParOf" srcId="{848B1851-9688-4183-A072-FE9330D13898}" destId="{04B27EBD-05E2-4438-A4C3-F0B4A5D35426}" srcOrd="6" destOrd="0" presId="urn:microsoft.com/office/officeart/2018/5/layout/IconLeafLabelList"/>
    <dgm:cxn modelId="{68B35D40-A434-D242-8ECF-0D43B13C76B9}" type="presParOf" srcId="{04B27EBD-05E2-4438-A4C3-F0B4A5D35426}" destId="{DC16394C-8B21-43A9-BDE3-90B10A47ABDF}" srcOrd="0" destOrd="0" presId="urn:microsoft.com/office/officeart/2018/5/layout/IconLeafLabelList"/>
    <dgm:cxn modelId="{6CE4036E-1523-664E-A61B-ED29961F053F}" type="presParOf" srcId="{04B27EBD-05E2-4438-A4C3-F0B4A5D35426}" destId="{88416FF6-2953-4925-B726-CC4DE1B695C8}" srcOrd="1" destOrd="0" presId="urn:microsoft.com/office/officeart/2018/5/layout/IconLeafLabelList"/>
    <dgm:cxn modelId="{C4971D28-F4E2-E741-9080-1C483958CC8E}" type="presParOf" srcId="{04B27EBD-05E2-4438-A4C3-F0B4A5D35426}" destId="{1069829F-C52A-4FE7-B7E6-E980504F4669}" srcOrd="2" destOrd="0" presId="urn:microsoft.com/office/officeart/2018/5/layout/IconLeafLabelList"/>
    <dgm:cxn modelId="{9EF40619-ED70-EF4A-B157-04FBD6DA9A05}" type="presParOf" srcId="{04B27EBD-05E2-4438-A4C3-F0B4A5D35426}" destId="{5C8FD01F-D7AB-49DF-88E9-340401F90A06}" srcOrd="3" destOrd="0" presId="urn:microsoft.com/office/officeart/2018/5/layout/IconLeafLabelList"/>
    <dgm:cxn modelId="{DFE6817B-7BD8-874E-A16F-7A4E762188F1}" type="presParOf" srcId="{848B1851-9688-4183-A072-FE9330D13898}" destId="{2E9FB565-9157-4376-8D6E-2E498C236C8D}" srcOrd="7" destOrd="0" presId="urn:microsoft.com/office/officeart/2018/5/layout/IconLeafLabelList"/>
    <dgm:cxn modelId="{009B2A0C-3677-FF40-9954-8A85F9351FD1}" type="presParOf" srcId="{848B1851-9688-4183-A072-FE9330D13898}" destId="{E6A6DF42-D630-4AF7-ACFC-1638B38CDE3C}" srcOrd="8" destOrd="0" presId="urn:microsoft.com/office/officeart/2018/5/layout/IconLeafLabelList"/>
    <dgm:cxn modelId="{1E2ABD9A-9F08-B342-89CB-A098EDC00C0F}" type="presParOf" srcId="{E6A6DF42-D630-4AF7-ACFC-1638B38CDE3C}" destId="{1F5F548E-59F3-4CAD-BA9B-8D137F7AB218}" srcOrd="0" destOrd="0" presId="urn:microsoft.com/office/officeart/2018/5/layout/IconLeafLabelList"/>
    <dgm:cxn modelId="{33FC8DC2-4A90-7D4B-859F-1B2575274328}" type="presParOf" srcId="{E6A6DF42-D630-4AF7-ACFC-1638B38CDE3C}" destId="{2D0DC807-81DA-4C47-A356-C8D208F72F9B}" srcOrd="1" destOrd="0" presId="urn:microsoft.com/office/officeart/2018/5/layout/IconLeafLabelList"/>
    <dgm:cxn modelId="{6FB0C4C7-EDDD-A240-A8A3-8038C9B69DF6}" type="presParOf" srcId="{E6A6DF42-D630-4AF7-ACFC-1638B38CDE3C}" destId="{48999B46-E6B3-4AE6-ACC3-BFE36AF6C0A3}" srcOrd="2" destOrd="0" presId="urn:microsoft.com/office/officeart/2018/5/layout/IconLeafLabelList"/>
    <dgm:cxn modelId="{5EDF7F48-004C-C945-BCAB-AE8CAC46C1F9}" type="presParOf" srcId="{E6A6DF42-D630-4AF7-ACFC-1638B38CDE3C}" destId="{B478D39F-7B71-4F29-A27C-20D132718DD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DDC080-FA00-4E91-8C09-572D69061E4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EEC707A-68E8-47CF-B535-F4E8DA0FB419}">
      <dgm:prSet/>
      <dgm:spPr/>
      <dgm:t>
        <a:bodyPr/>
        <a:lstStyle/>
        <a:p>
          <a:r>
            <a:rPr lang="en-IN"/>
            <a:t>• Converted price fields to numeric</a:t>
          </a:r>
          <a:endParaRPr lang="en-US"/>
        </a:p>
      </dgm:t>
    </dgm:pt>
    <dgm:pt modelId="{C204C8E8-E125-487E-A3D2-B5F882A5DCEF}" type="parTrans" cxnId="{6BECE13B-9918-435D-A44B-5997DF5F2368}">
      <dgm:prSet/>
      <dgm:spPr/>
      <dgm:t>
        <a:bodyPr/>
        <a:lstStyle/>
        <a:p>
          <a:endParaRPr lang="en-US"/>
        </a:p>
      </dgm:t>
    </dgm:pt>
    <dgm:pt modelId="{9E1FF919-10C6-4A43-8BB3-4AA2446F826A}" type="sibTrans" cxnId="{6BECE13B-9918-435D-A44B-5997DF5F2368}">
      <dgm:prSet/>
      <dgm:spPr/>
      <dgm:t>
        <a:bodyPr/>
        <a:lstStyle/>
        <a:p>
          <a:endParaRPr lang="en-US"/>
        </a:p>
      </dgm:t>
    </dgm:pt>
    <dgm:pt modelId="{CE7FD905-8546-4B8D-891D-BF00E7ED41CB}">
      <dgm:prSet/>
      <dgm:spPr/>
      <dgm:t>
        <a:bodyPr/>
        <a:lstStyle/>
        <a:p>
          <a:r>
            <a:rPr lang="en-IN"/>
            <a:t>• Removed duplicates</a:t>
          </a:r>
          <a:endParaRPr lang="en-US"/>
        </a:p>
      </dgm:t>
    </dgm:pt>
    <dgm:pt modelId="{4F911743-33AD-4AC5-94D6-498F1627907A}" type="parTrans" cxnId="{ACAACD08-EE3E-47AB-82D2-354E3DEFC7B6}">
      <dgm:prSet/>
      <dgm:spPr/>
      <dgm:t>
        <a:bodyPr/>
        <a:lstStyle/>
        <a:p>
          <a:endParaRPr lang="en-US"/>
        </a:p>
      </dgm:t>
    </dgm:pt>
    <dgm:pt modelId="{F84E6D20-DA75-49EC-84C0-17061B268ECC}" type="sibTrans" cxnId="{ACAACD08-EE3E-47AB-82D2-354E3DEFC7B6}">
      <dgm:prSet/>
      <dgm:spPr/>
      <dgm:t>
        <a:bodyPr/>
        <a:lstStyle/>
        <a:p>
          <a:endParaRPr lang="en-US"/>
        </a:p>
      </dgm:t>
    </dgm:pt>
    <dgm:pt modelId="{8BB7AC0C-C7E8-46F1-8003-4912B5ADE2DB}">
      <dgm:prSet/>
      <dgm:spPr/>
      <dgm:t>
        <a:bodyPr/>
        <a:lstStyle/>
        <a:p>
          <a:r>
            <a:rPr lang="en-IN"/>
            <a:t>• Filled or dropped missing values</a:t>
          </a:r>
          <a:endParaRPr lang="en-US"/>
        </a:p>
      </dgm:t>
    </dgm:pt>
    <dgm:pt modelId="{F4AF0F1F-8D47-4829-A6F5-403C4A2F7844}" type="parTrans" cxnId="{D7381F55-0B60-4EB2-8FEA-DE9F86CFF19D}">
      <dgm:prSet/>
      <dgm:spPr/>
      <dgm:t>
        <a:bodyPr/>
        <a:lstStyle/>
        <a:p>
          <a:endParaRPr lang="en-US"/>
        </a:p>
      </dgm:t>
    </dgm:pt>
    <dgm:pt modelId="{8F14D1C4-EF37-4762-8CE7-FB008492C82E}" type="sibTrans" cxnId="{D7381F55-0B60-4EB2-8FEA-DE9F86CFF19D}">
      <dgm:prSet/>
      <dgm:spPr/>
      <dgm:t>
        <a:bodyPr/>
        <a:lstStyle/>
        <a:p>
          <a:endParaRPr lang="en-US"/>
        </a:p>
      </dgm:t>
    </dgm:pt>
    <dgm:pt modelId="{66A0B1B8-FB3F-42B6-9825-14431996C117}">
      <dgm:prSet/>
      <dgm:spPr/>
      <dgm:t>
        <a:bodyPr/>
        <a:lstStyle/>
        <a:p>
          <a:r>
            <a:rPr lang="en-IN"/>
            <a:t>• Standardized fuel and brand categories</a:t>
          </a:r>
          <a:endParaRPr lang="en-US"/>
        </a:p>
      </dgm:t>
    </dgm:pt>
    <dgm:pt modelId="{DF954B33-0894-4965-A032-E5EA21940393}" type="parTrans" cxnId="{54FF56FE-EDC5-42C8-9412-C3E5ECA96AB6}">
      <dgm:prSet/>
      <dgm:spPr/>
      <dgm:t>
        <a:bodyPr/>
        <a:lstStyle/>
        <a:p>
          <a:endParaRPr lang="en-US"/>
        </a:p>
      </dgm:t>
    </dgm:pt>
    <dgm:pt modelId="{B2678585-0722-4F9A-AEFE-CBE60495F1C5}" type="sibTrans" cxnId="{54FF56FE-EDC5-42C8-9412-C3E5ECA96AB6}">
      <dgm:prSet/>
      <dgm:spPr/>
      <dgm:t>
        <a:bodyPr/>
        <a:lstStyle/>
        <a:p>
          <a:endParaRPr lang="en-US"/>
        </a:p>
      </dgm:t>
    </dgm:pt>
    <dgm:pt modelId="{6A309D1D-0ABA-BB4E-8E64-7917D1079872}" type="pres">
      <dgm:prSet presAssocID="{77DDC080-FA00-4E91-8C09-572D69061E46}" presName="linear" presStyleCnt="0">
        <dgm:presLayoutVars>
          <dgm:dir/>
          <dgm:animLvl val="lvl"/>
          <dgm:resizeHandles val="exact"/>
        </dgm:presLayoutVars>
      </dgm:prSet>
      <dgm:spPr/>
    </dgm:pt>
    <dgm:pt modelId="{DE298711-EC86-E948-94D5-393B08DAE944}" type="pres">
      <dgm:prSet presAssocID="{1EEC707A-68E8-47CF-B535-F4E8DA0FB419}" presName="parentLin" presStyleCnt="0"/>
      <dgm:spPr/>
    </dgm:pt>
    <dgm:pt modelId="{CA94437C-4DDE-E440-AB91-4FC4FB99605A}" type="pres">
      <dgm:prSet presAssocID="{1EEC707A-68E8-47CF-B535-F4E8DA0FB419}" presName="parentLeftMargin" presStyleLbl="node1" presStyleIdx="0" presStyleCnt="4"/>
      <dgm:spPr/>
    </dgm:pt>
    <dgm:pt modelId="{0414D9EA-6C55-3948-80E1-C979C222C67A}" type="pres">
      <dgm:prSet presAssocID="{1EEC707A-68E8-47CF-B535-F4E8DA0FB4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666335-5873-7D45-8804-A2B329E14DE7}" type="pres">
      <dgm:prSet presAssocID="{1EEC707A-68E8-47CF-B535-F4E8DA0FB419}" presName="negativeSpace" presStyleCnt="0"/>
      <dgm:spPr/>
    </dgm:pt>
    <dgm:pt modelId="{2F09359B-A5A7-7648-BCBB-A0CFC6171DD7}" type="pres">
      <dgm:prSet presAssocID="{1EEC707A-68E8-47CF-B535-F4E8DA0FB419}" presName="childText" presStyleLbl="conFgAcc1" presStyleIdx="0" presStyleCnt="4">
        <dgm:presLayoutVars>
          <dgm:bulletEnabled val="1"/>
        </dgm:presLayoutVars>
      </dgm:prSet>
      <dgm:spPr/>
    </dgm:pt>
    <dgm:pt modelId="{DD3DADF8-F85E-DC45-8FF4-B91E1D423D25}" type="pres">
      <dgm:prSet presAssocID="{9E1FF919-10C6-4A43-8BB3-4AA2446F826A}" presName="spaceBetweenRectangles" presStyleCnt="0"/>
      <dgm:spPr/>
    </dgm:pt>
    <dgm:pt modelId="{6FD9A9AF-422C-8342-A271-05228300677C}" type="pres">
      <dgm:prSet presAssocID="{CE7FD905-8546-4B8D-891D-BF00E7ED41CB}" presName="parentLin" presStyleCnt="0"/>
      <dgm:spPr/>
    </dgm:pt>
    <dgm:pt modelId="{B3EB1CD5-1A06-7541-9802-7984BE86A102}" type="pres">
      <dgm:prSet presAssocID="{CE7FD905-8546-4B8D-891D-BF00E7ED41CB}" presName="parentLeftMargin" presStyleLbl="node1" presStyleIdx="0" presStyleCnt="4"/>
      <dgm:spPr/>
    </dgm:pt>
    <dgm:pt modelId="{E4447C2B-9752-9048-B697-9DE59721F078}" type="pres">
      <dgm:prSet presAssocID="{CE7FD905-8546-4B8D-891D-BF00E7ED41C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4BD6C7-FF37-2F4B-89BA-1C99C436428B}" type="pres">
      <dgm:prSet presAssocID="{CE7FD905-8546-4B8D-891D-BF00E7ED41CB}" presName="negativeSpace" presStyleCnt="0"/>
      <dgm:spPr/>
    </dgm:pt>
    <dgm:pt modelId="{12BB312A-344A-F34C-B011-B867267B6783}" type="pres">
      <dgm:prSet presAssocID="{CE7FD905-8546-4B8D-891D-BF00E7ED41CB}" presName="childText" presStyleLbl="conFgAcc1" presStyleIdx="1" presStyleCnt="4">
        <dgm:presLayoutVars>
          <dgm:bulletEnabled val="1"/>
        </dgm:presLayoutVars>
      </dgm:prSet>
      <dgm:spPr/>
    </dgm:pt>
    <dgm:pt modelId="{8860AA6E-15D0-8E4A-A340-D7C38FBFFFDD}" type="pres">
      <dgm:prSet presAssocID="{F84E6D20-DA75-49EC-84C0-17061B268ECC}" presName="spaceBetweenRectangles" presStyleCnt="0"/>
      <dgm:spPr/>
    </dgm:pt>
    <dgm:pt modelId="{8EDD0EA8-32EF-3046-8232-BCF7EF903A52}" type="pres">
      <dgm:prSet presAssocID="{8BB7AC0C-C7E8-46F1-8003-4912B5ADE2DB}" presName="parentLin" presStyleCnt="0"/>
      <dgm:spPr/>
    </dgm:pt>
    <dgm:pt modelId="{15021E63-DEB0-634A-B8B4-6B1EB5B338C9}" type="pres">
      <dgm:prSet presAssocID="{8BB7AC0C-C7E8-46F1-8003-4912B5ADE2DB}" presName="parentLeftMargin" presStyleLbl="node1" presStyleIdx="1" presStyleCnt="4"/>
      <dgm:spPr/>
    </dgm:pt>
    <dgm:pt modelId="{71ADFF06-EF8D-3E40-A2A3-0561EE1D5322}" type="pres">
      <dgm:prSet presAssocID="{8BB7AC0C-C7E8-46F1-8003-4912B5ADE2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3A17533-799D-A946-96FF-3A5134B262BC}" type="pres">
      <dgm:prSet presAssocID="{8BB7AC0C-C7E8-46F1-8003-4912B5ADE2DB}" presName="negativeSpace" presStyleCnt="0"/>
      <dgm:spPr/>
    </dgm:pt>
    <dgm:pt modelId="{A13DE8A5-9A86-6146-844F-7001506E5A9F}" type="pres">
      <dgm:prSet presAssocID="{8BB7AC0C-C7E8-46F1-8003-4912B5ADE2DB}" presName="childText" presStyleLbl="conFgAcc1" presStyleIdx="2" presStyleCnt="4">
        <dgm:presLayoutVars>
          <dgm:bulletEnabled val="1"/>
        </dgm:presLayoutVars>
      </dgm:prSet>
      <dgm:spPr/>
    </dgm:pt>
    <dgm:pt modelId="{E5D733FD-25A7-7341-9F6F-13523C40B168}" type="pres">
      <dgm:prSet presAssocID="{8F14D1C4-EF37-4762-8CE7-FB008492C82E}" presName="spaceBetweenRectangles" presStyleCnt="0"/>
      <dgm:spPr/>
    </dgm:pt>
    <dgm:pt modelId="{1E3C6CD7-8B84-4444-A09A-EDF9EA69C850}" type="pres">
      <dgm:prSet presAssocID="{66A0B1B8-FB3F-42B6-9825-14431996C117}" presName="parentLin" presStyleCnt="0"/>
      <dgm:spPr/>
    </dgm:pt>
    <dgm:pt modelId="{E238311F-0B8A-EE47-9EA6-BE3B957AEF01}" type="pres">
      <dgm:prSet presAssocID="{66A0B1B8-FB3F-42B6-9825-14431996C117}" presName="parentLeftMargin" presStyleLbl="node1" presStyleIdx="2" presStyleCnt="4"/>
      <dgm:spPr/>
    </dgm:pt>
    <dgm:pt modelId="{B51F339E-6FE8-9C44-BA3F-79F64B7F9EC4}" type="pres">
      <dgm:prSet presAssocID="{66A0B1B8-FB3F-42B6-9825-14431996C11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2E0A8C4-087E-6E40-A6E8-8564C30D5CA8}" type="pres">
      <dgm:prSet presAssocID="{66A0B1B8-FB3F-42B6-9825-14431996C117}" presName="negativeSpace" presStyleCnt="0"/>
      <dgm:spPr/>
    </dgm:pt>
    <dgm:pt modelId="{E231ED16-6929-1A49-A870-55B0ADD36889}" type="pres">
      <dgm:prSet presAssocID="{66A0B1B8-FB3F-42B6-9825-14431996C11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CAACD08-EE3E-47AB-82D2-354E3DEFC7B6}" srcId="{77DDC080-FA00-4E91-8C09-572D69061E46}" destId="{CE7FD905-8546-4B8D-891D-BF00E7ED41CB}" srcOrd="1" destOrd="0" parTransId="{4F911743-33AD-4AC5-94D6-498F1627907A}" sibTransId="{F84E6D20-DA75-49EC-84C0-17061B268ECC}"/>
    <dgm:cxn modelId="{331EAB12-EB54-3E48-8A22-13366E747FA1}" type="presOf" srcId="{77DDC080-FA00-4E91-8C09-572D69061E46}" destId="{6A309D1D-0ABA-BB4E-8E64-7917D1079872}" srcOrd="0" destOrd="0" presId="urn:microsoft.com/office/officeart/2005/8/layout/list1"/>
    <dgm:cxn modelId="{AF045A1C-A7E1-0D4F-86FB-9D21A98ACFA2}" type="presOf" srcId="{1EEC707A-68E8-47CF-B535-F4E8DA0FB419}" destId="{CA94437C-4DDE-E440-AB91-4FC4FB99605A}" srcOrd="0" destOrd="0" presId="urn:microsoft.com/office/officeart/2005/8/layout/list1"/>
    <dgm:cxn modelId="{6BECE13B-9918-435D-A44B-5997DF5F2368}" srcId="{77DDC080-FA00-4E91-8C09-572D69061E46}" destId="{1EEC707A-68E8-47CF-B535-F4E8DA0FB419}" srcOrd="0" destOrd="0" parTransId="{C204C8E8-E125-487E-A3D2-B5F882A5DCEF}" sibTransId="{9E1FF919-10C6-4A43-8BB3-4AA2446F826A}"/>
    <dgm:cxn modelId="{D7381F55-0B60-4EB2-8FEA-DE9F86CFF19D}" srcId="{77DDC080-FA00-4E91-8C09-572D69061E46}" destId="{8BB7AC0C-C7E8-46F1-8003-4912B5ADE2DB}" srcOrd="2" destOrd="0" parTransId="{F4AF0F1F-8D47-4829-A6F5-403C4A2F7844}" sibTransId="{8F14D1C4-EF37-4762-8CE7-FB008492C82E}"/>
    <dgm:cxn modelId="{5DE19E5B-B457-C947-A386-64D10D07EFF1}" type="presOf" srcId="{CE7FD905-8546-4B8D-891D-BF00E7ED41CB}" destId="{E4447C2B-9752-9048-B697-9DE59721F078}" srcOrd="1" destOrd="0" presId="urn:microsoft.com/office/officeart/2005/8/layout/list1"/>
    <dgm:cxn modelId="{00701C5C-2194-4040-B6FA-0E6E816BE3A6}" type="presOf" srcId="{CE7FD905-8546-4B8D-891D-BF00E7ED41CB}" destId="{B3EB1CD5-1A06-7541-9802-7984BE86A102}" srcOrd="0" destOrd="0" presId="urn:microsoft.com/office/officeart/2005/8/layout/list1"/>
    <dgm:cxn modelId="{0B7A156B-9F9D-3C4F-97FC-9CE218797480}" type="presOf" srcId="{1EEC707A-68E8-47CF-B535-F4E8DA0FB419}" destId="{0414D9EA-6C55-3948-80E1-C979C222C67A}" srcOrd="1" destOrd="0" presId="urn:microsoft.com/office/officeart/2005/8/layout/list1"/>
    <dgm:cxn modelId="{5279F6B2-7059-CC41-B2E2-EB1D18AF7AA9}" type="presOf" srcId="{8BB7AC0C-C7E8-46F1-8003-4912B5ADE2DB}" destId="{15021E63-DEB0-634A-B8B4-6B1EB5B338C9}" srcOrd="0" destOrd="0" presId="urn:microsoft.com/office/officeart/2005/8/layout/list1"/>
    <dgm:cxn modelId="{AC2927D1-E945-3D42-9D88-77200060F1F9}" type="presOf" srcId="{8BB7AC0C-C7E8-46F1-8003-4912B5ADE2DB}" destId="{71ADFF06-EF8D-3E40-A2A3-0561EE1D5322}" srcOrd="1" destOrd="0" presId="urn:microsoft.com/office/officeart/2005/8/layout/list1"/>
    <dgm:cxn modelId="{44EA42D8-0DAD-134E-8F03-F026EED55ACB}" type="presOf" srcId="{66A0B1B8-FB3F-42B6-9825-14431996C117}" destId="{B51F339E-6FE8-9C44-BA3F-79F64B7F9EC4}" srcOrd="1" destOrd="0" presId="urn:microsoft.com/office/officeart/2005/8/layout/list1"/>
    <dgm:cxn modelId="{95CBCCF4-21E9-3B45-BD8C-A32DCE6B3ED8}" type="presOf" srcId="{66A0B1B8-FB3F-42B6-9825-14431996C117}" destId="{E238311F-0B8A-EE47-9EA6-BE3B957AEF01}" srcOrd="0" destOrd="0" presId="urn:microsoft.com/office/officeart/2005/8/layout/list1"/>
    <dgm:cxn modelId="{54FF56FE-EDC5-42C8-9412-C3E5ECA96AB6}" srcId="{77DDC080-FA00-4E91-8C09-572D69061E46}" destId="{66A0B1B8-FB3F-42B6-9825-14431996C117}" srcOrd="3" destOrd="0" parTransId="{DF954B33-0894-4965-A032-E5EA21940393}" sibTransId="{B2678585-0722-4F9A-AEFE-CBE60495F1C5}"/>
    <dgm:cxn modelId="{F1280B31-FAA5-254B-B67E-FAAD77B24126}" type="presParOf" srcId="{6A309D1D-0ABA-BB4E-8E64-7917D1079872}" destId="{DE298711-EC86-E948-94D5-393B08DAE944}" srcOrd="0" destOrd="0" presId="urn:microsoft.com/office/officeart/2005/8/layout/list1"/>
    <dgm:cxn modelId="{5CB9325F-151E-0340-BEE1-DE271EACE5E4}" type="presParOf" srcId="{DE298711-EC86-E948-94D5-393B08DAE944}" destId="{CA94437C-4DDE-E440-AB91-4FC4FB99605A}" srcOrd="0" destOrd="0" presId="urn:microsoft.com/office/officeart/2005/8/layout/list1"/>
    <dgm:cxn modelId="{286F920B-D90F-6C40-B024-6DDCDCBEE772}" type="presParOf" srcId="{DE298711-EC86-E948-94D5-393B08DAE944}" destId="{0414D9EA-6C55-3948-80E1-C979C222C67A}" srcOrd="1" destOrd="0" presId="urn:microsoft.com/office/officeart/2005/8/layout/list1"/>
    <dgm:cxn modelId="{39BBC1C3-8ABC-D849-996C-1BCD7F4724A7}" type="presParOf" srcId="{6A309D1D-0ABA-BB4E-8E64-7917D1079872}" destId="{1E666335-5873-7D45-8804-A2B329E14DE7}" srcOrd="1" destOrd="0" presId="urn:microsoft.com/office/officeart/2005/8/layout/list1"/>
    <dgm:cxn modelId="{C758BAED-3F05-E34F-87C9-48313BE18361}" type="presParOf" srcId="{6A309D1D-0ABA-BB4E-8E64-7917D1079872}" destId="{2F09359B-A5A7-7648-BCBB-A0CFC6171DD7}" srcOrd="2" destOrd="0" presId="urn:microsoft.com/office/officeart/2005/8/layout/list1"/>
    <dgm:cxn modelId="{51990E53-8932-FA46-B99E-D3F1E5E0B54C}" type="presParOf" srcId="{6A309D1D-0ABA-BB4E-8E64-7917D1079872}" destId="{DD3DADF8-F85E-DC45-8FF4-B91E1D423D25}" srcOrd="3" destOrd="0" presId="urn:microsoft.com/office/officeart/2005/8/layout/list1"/>
    <dgm:cxn modelId="{EDCA963D-45A6-A14D-A44E-83062E4892B4}" type="presParOf" srcId="{6A309D1D-0ABA-BB4E-8E64-7917D1079872}" destId="{6FD9A9AF-422C-8342-A271-05228300677C}" srcOrd="4" destOrd="0" presId="urn:microsoft.com/office/officeart/2005/8/layout/list1"/>
    <dgm:cxn modelId="{D07BE54C-ABCC-4B43-B05E-9250A57592C4}" type="presParOf" srcId="{6FD9A9AF-422C-8342-A271-05228300677C}" destId="{B3EB1CD5-1A06-7541-9802-7984BE86A102}" srcOrd="0" destOrd="0" presId="urn:microsoft.com/office/officeart/2005/8/layout/list1"/>
    <dgm:cxn modelId="{FA3EC6CF-EF7F-6943-98C8-F4A20B414363}" type="presParOf" srcId="{6FD9A9AF-422C-8342-A271-05228300677C}" destId="{E4447C2B-9752-9048-B697-9DE59721F078}" srcOrd="1" destOrd="0" presId="urn:microsoft.com/office/officeart/2005/8/layout/list1"/>
    <dgm:cxn modelId="{3BACECB6-BDC8-2F48-9C9D-7F58D3536C5A}" type="presParOf" srcId="{6A309D1D-0ABA-BB4E-8E64-7917D1079872}" destId="{984BD6C7-FF37-2F4B-89BA-1C99C436428B}" srcOrd="5" destOrd="0" presId="urn:microsoft.com/office/officeart/2005/8/layout/list1"/>
    <dgm:cxn modelId="{5D14D365-57EB-064E-A11A-DBA273569AA3}" type="presParOf" srcId="{6A309D1D-0ABA-BB4E-8E64-7917D1079872}" destId="{12BB312A-344A-F34C-B011-B867267B6783}" srcOrd="6" destOrd="0" presId="urn:microsoft.com/office/officeart/2005/8/layout/list1"/>
    <dgm:cxn modelId="{ECED6A2E-A79B-9948-8406-34E52D204578}" type="presParOf" srcId="{6A309D1D-0ABA-BB4E-8E64-7917D1079872}" destId="{8860AA6E-15D0-8E4A-A340-D7C38FBFFFDD}" srcOrd="7" destOrd="0" presId="urn:microsoft.com/office/officeart/2005/8/layout/list1"/>
    <dgm:cxn modelId="{8B58E8DA-7B2E-5A44-8564-5F99698442D6}" type="presParOf" srcId="{6A309D1D-0ABA-BB4E-8E64-7917D1079872}" destId="{8EDD0EA8-32EF-3046-8232-BCF7EF903A52}" srcOrd="8" destOrd="0" presId="urn:microsoft.com/office/officeart/2005/8/layout/list1"/>
    <dgm:cxn modelId="{59BCCBBE-F988-9748-A4D3-DAE898A99F2C}" type="presParOf" srcId="{8EDD0EA8-32EF-3046-8232-BCF7EF903A52}" destId="{15021E63-DEB0-634A-B8B4-6B1EB5B338C9}" srcOrd="0" destOrd="0" presId="urn:microsoft.com/office/officeart/2005/8/layout/list1"/>
    <dgm:cxn modelId="{9C09CF9F-AF26-8248-9B45-122E50178818}" type="presParOf" srcId="{8EDD0EA8-32EF-3046-8232-BCF7EF903A52}" destId="{71ADFF06-EF8D-3E40-A2A3-0561EE1D5322}" srcOrd="1" destOrd="0" presId="urn:microsoft.com/office/officeart/2005/8/layout/list1"/>
    <dgm:cxn modelId="{6C678BB4-7419-3C4A-995A-367EB9FA9F9D}" type="presParOf" srcId="{6A309D1D-0ABA-BB4E-8E64-7917D1079872}" destId="{13A17533-799D-A946-96FF-3A5134B262BC}" srcOrd="9" destOrd="0" presId="urn:microsoft.com/office/officeart/2005/8/layout/list1"/>
    <dgm:cxn modelId="{EFAF1DC2-9F66-3748-9A00-E35574BFC212}" type="presParOf" srcId="{6A309D1D-0ABA-BB4E-8E64-7917D1079872}" destId="{A13DE8A5-9A86-6146-844F-7001506E5A9F}" srcOrd="10" destOrd="0" presId="urn:microsoft.com/office/officeart/2005/8/layout/list1"/>
    <dgm:cxn modelId="{A731FC43-EA37-5044-B863-92465E999E2C}" type="presParOf" srcId="{6A309D1D-0ABA-BB4E-8E64-7917D1079872}" destId="{E5D733FD-25A7-7341-9F6F-13523C40B168}" srcOrd="11" destOrd="0" presId="urn:microsoft.com/office/officeart/2005/8/layout/list1"/>
    <dgm:cxn modelId="{8EBDDB5E-DA98-274A-8856-62FAE79A82DE}" type="presParOf" srcId="{6A309D1D-0ABA-BB4E-8E64-7917D1079872}" destId="{1E3C6CD7-8B84-4444-A09A-EDF9EA69C850}" srcOrd="12" destOrd="0" presId="urn:microsoft.com/office/officeart/2005/8/layout/list1"/>
    <dgm:cxn modelId="{B07A0F3D-FBFC-174E-9925-4113743C18F9}" type="presParOf" srcId="{1E3C6CD7-8B84-4444-A09A-EDF9EA69C850}" destId="{E238311F-0B8A-EE47-9EA6-BE3B957AEF01}" srcOrd="0" destOrd="0" presId="urn:microsoft.com/office/officeart/2005/8/layout/list1"/>
    <dgm:cxn modelId="{3D207C4A-B885-8248-BAAF-6033AAE688FB}" type="presParOf" srcId="{1E3C6CD7-8B84-4444-A09A-EDF9EA69C850}" destId="{B51F339E-6FE8-9C44-BA3F-79F64B7F9EC4}" srcOrd="1" destOrd="0" presId="urn:microsoft.com/office/officeart/2005/8/layout/list1"/>
    <dgm:cxn modelId="{A41F71EC-2D4D-5B4C-A6E5-ECC88D764D8C}" type="presParOf" srcId="{6A309D1D-0ABA-BB4E-8E64-7917D1079872}" destId="{92E0A8C4-087E-6E40-A6E8-8564C30D5CA8}" srcOrd="13" destOrd="0" presId="urn:microsoft.com/office/officeart/2005/8/layout/list1"/>
    <dgm:cxn modelId="{A5E31C9C-8F61-4F44-8D65-C5854EF55ECC}" type="presParOf" srcId="{6A309D1D-0ABA-BB4E-8E64-7917D1079872}" destId="{E231ED16-6929-1A49-A870-55B0ADD3688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6845CC1-E531-426B-93B7-986658104D2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329046A-4ED6-45C5-A114-61EB52ACC6A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Price distribution by brand and fuel type</a:t>
          </a:r>
        </a:p>
      </dgm:t>
    </dgm:pt>
    <dgm:pt modelId="{53F92AA2-8752-4527-BDB8-614769700590}" type="parTrans" cxnId="{97FFC631-0A83-420D-8C56-FE7A0C746350}">
      <dgm:prSet/>
      <dgm:spPr/>
      <dgm:t>
        <a:bodyPr/>
        <a:lstStyle/>
        <a:p>
          <a:endParaRPr lang="en-US"/>
        </a:p>
      </dgm:t>
    </dgm:pt>
    <dgm:pt modelId="{166C4553-5C2A-46B3-8B2C-71A0CA18CF85}" type="sibTrans" cxnId="{97FFC631-0A83-420D-8C56-FE7A0C746350}">
      <dgm:prSet/>
      <dgm:spPr/>
      <dgm:t>
        <a:bodyPr/>
        <a:lstStyle/>
        <a:p>
          <a:endParaRPr lang="en-US"/>
        </a:p>
      </dgm:t>
    </dgm:pt>
    <dgm:pt modelId="{FBCE9B68-A3E3-4D00-8CCD-B88F31D699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EMI vs Price heatmaps</a:t>
          </a:r>
        </a:p>
      </dgm:t>
    </dgm:pt>
    <dgm:pt modelId="{73ACD2B2-11AB-42A2-9C73-71061F1B7AE0}" type="parTrans" cxnId="{AA53137E-B9AE-4CDD-A077-5819110B2098}">
      <dgm:prSet/>
      <dgm:spPr/>
      <dgm:t>
        <a:bodyPr/>
        <a:lstStyle/>
        <a:p>
          <a:endParaRPr lang="en-US"/>
        </a:p>
      </dgm:t>
    </dgm:pt>
    <dgm:pt modelId="{AE5D331E-7869-437F-955A-3526C51D8AF8}" type="sibTrans" cxnId="{AA53137E-B9AE-4CDD-A077-5819110B2098}">
      <dgm:prSet/>
      <dgm:spPr/>
      <dgm:t>
        <a:bodyPr/>
        <a:lstStyle/>
        <a:p>
          <a:endParaRPr lang="en-US"/>
        </a:p>
      </dgm:t>
    </dgm:pt>
    <dgm:pt modelId="{218C3E10-E7AD-4239-933B-860D591C105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Car count by company</a:t>
          </a:r>
        </a:p>
      </dgm:t>
    </dgm:pt>
    <dgm:pt modelId="{3EFB72CE-8C3F-4A9E-ADED-8168E7BC5262}" type="parTrans" cxnId="{FB06FCC8-A5BD-4F9D-BADB-6FF846F8BA8A}">
      <dgm:prSet/>
      <dgm:spPr/>
      <dgm:t>
        <a:bodyPr/>
        <a:lstStyle/>
        <a:p>
          <a:endParaRPr lang="en-US"/>
        </a:p>
      </dgm:t>
    </dgm:pt>
    <dgm:pt modelId="{7378DBD2-6471-459D-93C2-C96DBEBFE0AA}" type="sibTrans" cxnId="{FB06FCC8-A5BD-4F9D-BADB-6FF846F8BA8A}">
      <dgm:prSet/>
      <dgm:spPr/>
      <dgm:t>
        <a:bodyPr/>
        <a:lstStyle/>
        <a:p>
          <a:endParaRPr lang="en-US"/>
        </a:p>
      </dgm:t>
    </dgm:pt>
    <dgm:pt modelId="{60BBEC9A-197F-4C56-BB71-2CBA33FC28A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Interactive plots using Plotly</a:t>
          </a:r>
        </a:p>
      </dgm:t>
    </dgm:pt>
    <dgm:pt modelId="{DE3A6926-CD87-469E-B7D6-1A9CEF004726}" type="parTrans" cxnId="{FAC89048-190F-4418-B2FB-FFC5BDE2921B}">
      <dgm:prSet/>
      <dgm:spPr/>
      <dgm:t>
        <a:bodyPr/>
        <a:lstStyle/>
        <a:p>
          <a:endParaRPr lang="en-US"/>
        </a:p>
      </dgm:t>
    </dgm:pt>
    <dgm:pt modelId="{93FF73CC-CEC4-4146-A832-A924E0572E02}" type="sibTrans" cxnId="{FAC89048-190F-4418-B2FB-FFC5BDE2921B}">
      <dgm:prSet/>
      <dgm:spPr/>
      <dgm:t>
        <a:bodyPr/>
        <a:lstStyle/>
        <a:p>
          <a:endParaRPr lang="en-US"/>
        </a:p>
      </dgm:t>
    </dgm:pt>
    <dgm:pt modelId="{56CEC792-2FBB-314B-A7E8-D17E3C0D8F7B}" type="pres">
      <dgm:prSet presAssocID="{B6845CC1-E531-426B-93B7-986658104D2A}" presName="outerComposite" presStyleCnt="0">
        <dgm:presLayoutVars>
          <dgm:chMax val="5"/>
          <dgm:dir/>
          <dgm:resizeHandles val="exact"/>
        </dgm:presLayoutVars>
      </dgm:prSet>
      <dgm:spPr/>
    </dgm:pt>
    <dgm:pt modelId="{74DB9904-8FCF-5E44-91E4-88EE1B35884B}" type="pres">
      <dgm:prSet presAssocID="{B6845CC1-E531-426B-93B7-986658104D2A}" presName="dummyMaxCanvas" presStyleCnt="0">
        <dgm:presLayoutVars/>
      </dgm:prSet>
      <dgm:spPr/>
    </dgm:pt>
    <dgm:pt modelId="{22A21CE4-B499-3B46-9EEF-BEFFA2BD9FBC}" type="pres">
      <dgm:prSet presAssocID="{B6845CC1-E531-426B-93B7-986658104D2A}" presName="FourNodes_1" presStyleLbl="node1" presStyleIdx="0" presStyleCnt="4">
        <dgm:presLayoutVars>
          <dgm:bulletEnabled val="1"/>
        </dgm:presLayoutVars>
      </dgm:prSet>
      <dgm:spPr/>
    </dgm:pt>
    <dgm:pt modelId="{5EC07606-892B-7248-933F-B2D9938C2E6B}" type="pres">
      <dgm:prSet presAssocID="{B6845CC1-E531-426B-93B7-986658104D2A}" presName="FourNodes_2" presStyleLbl="node1" presStyleIdx="1" presStyleCnt="4">
        <dgm:presLayoutVars>
          <dgm:bulletEnabled val="1"/>
        </dgm:presLayoutVars>
      </dgm:prSet>
      <dgm:spPr/>
    </dgm:pt>
    <dgm:pt modelId="{174C3BA2-F8F3-7540-9420-FCEFADF2DC05}" type="pres">
      <dgm:prSet presAssocID="{B6845CC1-E531-426B-93B7-986658104D2A}" presName="FourNodes_3" presStyleLbl="node1" presStyleIdx="2" presStyleCnt="4">
        <dgm:presLayoutVars>
          <dgm:bulletEnabled val="1"/>
        </dgm:presLayoutVars>
      </dgm:prSet>
      <dgm:spPr/>
    </dgm:pt>
    <dgm:pt modelId="{CEE82B33-FF13-E041-947A-45FFD21F8C7E}" type="pres">
      <dgm:prSet presAssocID="{B6845CC1-E531-426B-93B7-986658104D2A}" presName="FourNodes_4" presStyleLbl="node1" presStyleIdx="3" presStyleCnt="4">
        <dgm:presLayoutVars>
          <dgm:bulletEnabled val="1"/>
        </dgm:presLayoutVars>
      </dgm:prSet>
      <dgm:spPr/>
    </dgm:pt>
    <dgm:pt modelId="{E48254AA-6F67-6C44-965E-515D39FE4938}" type="pres">
      <dgm:prSet presAssocID="{B6845CC1-E531-426B-93B7-986658104D2A}" presName="FourConn_1-2" presStyleLbl="fgAccFollowNode1" presStyleIdx="0" presStyleCnt="3">
        <dgm:presLayoutVars>
          <dgm:bulletEnabled val="1"/>
        </dgm:presLayoutVars>
      </dgm:prSet>
      <dgm:spPr/>
    </dgm:pt>
    <dgm:pt modelId="{47E2DB1C-0A8B-FE4F-BFEE-791526D3A87A}" type="pres">
      <dgm:prSet presAssocID="{B6845CC1-E531-426B-93B7-986658104D2A}" presName="FourConn_2-3" presStyleLbl="fgAccFollowNode1" presStyleIdx="1" presStyleCnt="3">
        <dgm:presLayoutVars>
          <dgm:bulletEnabled val="1"/>
        </dgm:presLayoutVars>
      </dgm:prSet>
      <dgm:spPr/>
    </dgm:pt>
    <dgm:pt modelId="{C630EDF0-96F7-E346-9FDD-538DC18AD9AF}" type="pres">
      <dgm:prSet presAssocID="{B6845CC1-E531-426B-93B7-986658104D2A}" presName="FourConn_3-4" presStyleLbl="fgAccFollowNode1" presStyleIdx="2" presStyleCnt="3">
        <dgm:presLayoutVars>
          <dgm:bulletEnabled val="1"/>
        </dgm:presLayoutVars>
      </dgm:prSet>
      <dgm:spPr/>
    </dgm:pt>
    <dgm:pt modelId="{EC346DF9-7AC1-7B42-BF1F-A9EB96EF56A8}" type="pres">
      <dgm:prSet presAssocID="{B6845CC1-E531-426B-93B7-986658104D2A}" presName="FourNodes_1_text" presStyleLbl="node1" presStyleIdx="3" presStyleCnt="4">
        <dgm:presLayoutVars>
          <dgm:bulletEnabled val="1"/>
        </dgm:presLayoutVars>
      </dgm:prSet>
      <dgm:spPr/>
    </dgm:pt>
    <dgm:pt modelId="{5EEB331E-AD3E-F843-9B36-855449D72496}" type="pres">
      <dgm:prSet presAssocID="{B6845CC1-E531-426B-93B7-986658104D2A}" presName="FourNodes_2_text" presStyleLbl="node1" presStyleIdx="3" presStyleCnt="4">
        <dgm:presLayoutVars>
          <dgm:bulletEnabled val="1"/>
        </dgm:presLayoutVars>
      </dgm:prSet>
      <dgm:spPr/>
    </dgm:pt>
    <dgm:pt modelId="{362F37A4-E7F0-644F-ADAC-6471D764D37B}" type="pres">
      <dgm:prSet presAssocID="{B6845CC1-E531-426B-93B7-986658104D2A}" presName="FourNodes_3_text" presStyleLbl="node1" presStyleIdx="3" presStyleCnt="4">
        <dgm:presLayoutVars>
          <dgm:bulletEnabled val="1"/>
        </dgm:presLayoutVars>
      </dgm:prSet>
      <dgm:spPr/>
    </dgm:pt>
    <dgm:pt modelId="{7A67016B-ED71-6743-9BCE-E43B3782E6B2}" type="pres">
      <dgm:prSet presAssocID="{B6845CC1-E531-426B-93B7-986658104D2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50CEA12-5718-FF44-A140-F45FC137BBC8}" type="presOf" srcId="{218C3E10-E7AD-4239-933B-860D591C105C}" destId="{174C3BA2-F8F3-7540-9420-FCEFADF2DC05}" srcOrd="0" destOrd="0" presId="urn:microsoft.com/office/officeart/2005/8/layout/vProcess5"/>
    <dgm:cxn modelId="{97FFC631-0A83-420D-8C56-FE7A0C746350}" srcId="{B6845CC1-E531-426B-93B7-986658104D2A}" destId="{A329046A-4ED6-45C5-A114-61EB52ACC6AF}" srcOrd="0" destOrd="0" parTransId="{53F92AA2-8752-4527-BDB8-614769700590}" sibTransId="{166C4553-5C2A-46B3-8B2C-71A0CA18CF85}"/>
    <dgm:cxn modelId="{30AFE935-4079-2D4D-9B6A-95C5D6D9994B}" type="presOf" srcId="{FBCE9B68-A3E3-4D00-8CCD-B88F31D6996F}" destId="{5EC07606-892B-7248-933F-B2D9938C2E6B}" srcOrd="0" destOrd="0" presId="urn:microsoft.com/office/officeart/2005/8/layout/vProcess5"/>
    <dgm:cxn modelId="{FAC89048-190F-4418-B2FB-FFC5BDE2921B}" srcId="{B6845CC1-E531-426B-93B7-986658104D2A}" destId="{60BBEC9A-197F-4C56-BB71-2CBA33FC28AB}" srcOrd="3" destOrd="0" parTransId="{DE3A6926-CD87-469E-B7D6-1A9CEF004726}" sibTransId="{93FF73CC-CEC4-4146-A832-A924E0572E02}"/>
    <dgm:cxn modelId="{50A31055-ABA0-A946-A153-A5AFC3285FA1}" type="presOf" srcId="{A329046A-4ED6-45C5-A114-61EB52ACC6AF}" destId="{22A21CE4-B499-3B46-9EEF-BEFFA2BD9FBC}" srcOrd="0" destOrd="0" presId="urn:microsoft.com/office/officeart/2005/8/layout/vProcess5"/>
    <dgm:cxn modelId="{BDC8E356-02E5-064F-988F-0B1725FCB272}" type="presOf" srcId="{7378DBD2-6471-459D-93C2-C96DBEBFE0AA}" destId="{C630EDF0-96F7-E346-9FDD-538DC18AD9AF}" srcOrd="0" destOrd="0" presId="urn:microsoft.com/office/officeart/2005/8/layout/vProcess5"/>
    <dgm:cxn modelId="{B0F49461-4568-1F49-9E47-4C0D70AB2CE4}" type="presOf" srcId="{AE5D331E-7869-437F-955A-3526C51D8AF8}" destId="{47E2DB1C-0A8B-FE4F-BFEE-791526D3A87A}" srcOrd="0" destOrd="0" presId="urn:microsoft.com/office/officeart/2005/8/layout/vProcess5"/>
    <dgm:cxn modelId="{2E807173-35FA-AB43-B9FD-52C20C52BBB3}" type="presOf" srcId="{166C4553-5C2A-46B3-8B2C-71A0CA18CF85}" destId="{E48254AA-6F67-6C44-965E-515D39FE4938}" srcOrd="0" destOrd="0" presId="urn:microsoft.com/office/officeart/2005/8/layout/vProcess5"/>
    <dgm:cxn modelId="{AA53137E-B9AE-4CDD-A077-5819110B2098}" srcId="{B6845CC1-E531-426B-93B7-986658104D2A}" destId="{FBCE9B68-A3E3-4D00-8CCD-B88F31D6996F}" srcOrd="1" destOrd="0" parTransId="{73ACD2B2-11AB-42A2-9C73-71061F1B7AE0}" sibTransId="{AE5D331E-7869-437F-955A-3526C51D8AF8}"/>
    <dgm:cxn modelId="{E9677DA5-61BA-1540-B368-4EEA5CC25004}" type="presOf" srcId="{60BBEC9A-197F-4C56-BB71-2CBA33FC28AB}" destId="{CEE82B33-FF13-E041-947A-45FFD21F8C7E}" srcOrd="0" destOrd="0" presId="urn:microsoft.com/office/officeart/2005/8/layout/vProcess5"/>
    <dgm:cxn modelId="{F23918B3-C36E-1648-A820-B5B01B8725A1}" type="presOf" srcId="{218C3E10-E7AD-4239-933B-860D591C105C}" destId="{362F37A4-E7F0-644F-ADAC-6471D764D37B}" srcOrd="1" destOrd="0" presId="urn:microsoft.com/office/officeart/2005/8/layout/vProcess5"/>
    <dgm:cxn modelId="{C119C1BF-718D-5446-B0DD-CBFE18F44BDB}" type="presOf" srcId="{B6845CC1-E531-426B-93B7-986658104D2A}" destId="{56CEC792-2FBB-314B-A7E8-D17E3C0D8F7B}" srcOrd="0" destOrd="0" presId="urn:microsoft.com/office/officeart/2005/8/layout/vProcess5"/>
    <dgm:cxn modelId="{E92BB4C7-A672-BF40-ABBE-C8FB37F7F40A}" type="presOf" srcId="{60BBEC9A-197F-4C56-BB71-2CBA33FC28AB}" destId="{7A67016B-ED71-6743-9BCE-E43B3782E6B2}" srcOrd="1" destOrd="0" presId="urn:microsoft.com/office/officeart/2005/8/layout/vProcess5"/>
    <dgm:cxn modelId="{FB06FCC8-A5BD-4F9D-BADB-6FF846F8BA8A}" srcId="{B6845CC1-E531-426B-93B7-986658104D2A}" destId="{218C3E10-E7AD-4239-933B-860D591C105C}" srcOrd="2" destOrd="0" parTransId="{3EFB72CE-8C3F-4A9E-ADED-8168E7BC5262}" sibTransId="{7378DBD2-6471-459D-93C2-C96DBEBFE0AA}"/>
    <dgm:cxn modelId="{4C89D1E7-F2D4-F940-A34C-AE540AC19185}" type="presOf" srcId="{A329046A-4ED6-45C5-A114-61EB52ACC6AF}" destId="{EC346DF9-7AC1-7B42-BF1F-A9EB96EF56A8}" srcOrd="1" destOrd="0" presId="urn:microsoft.com/office/officeart/2005/8/layout/vProcess5"/>
    <dgm:cxn modelId="{9A0351ED-D609-6049-9997-A5B191B09E1D}" type="presOf" srcId="{FBCE9B68-A3E3-4D00-8CCD-B88F31D6996F}" destId="{5EEB331E-AD3E-F843-9B36-855449D72496}" srcOrd="1" destOrd="0" presId="urn:microsoft.com/office/officeart/2005/8/layout/vProcess5"/>
    <dgm:cxn modelId="{4B20D762-A5E0-D74D-BEDF-91C75399D566}" type="presParOf" srcId="{56CEC792-2FBB-314B-A7E8-D17E3C0D8F7B}" destId="{74DB9904-8FCF-5E44-91E4-88EE1B35884B}" srcOrd="0" destOrd="0" presId="urn:microsoft.com/office/officeart/2005/8/layout/vProcess5"/>
    <dgm:cxn modelId="{F8DF130A-8E46-0B45-99BE-CEFE56845287}" type="presParOf" srcId="{56CEC792-2FBB-314B-A7E8-D17E3C0D8F7B}" destId="{22A21CE4-B499-3B46-9EEF-BEFFA2BD9FBC}" srcOrd="1" destOrd="0" presId="urn:microsoft.com/office/officeart/2005/8/layout/vProcess5"/>
    <dgm:cxn modelId="{C433EACB-9810-9942-BC0F-3D4A376C116C}" type="presParOf" srcId="{56CEC792-2FBB-314B-A7E8-D17E3C0D8F7B}" destId="{5EC07606-892B-7248-933F-B2D9938C2E6B}" srcOrd="2" destOrd="0" presId="urn:microsoft.com/office/officeart/2005/8/layout/vProcess5"/>
    <dgm:cxn modelId="{2B61F9FD-F75D-3049-811A-6053AA6B61F6}" type="presParOf" srcId="{56CEC792-2FBB-314B-A7E8-D17E3C0D8F7B}" destId="{174C3BA2-F8F3-7540-9420-FCEFADF2DC05}" srcOrd="3" destOrd="0" presId="urn:microsoft.com/office/officeart/2005/8/layout/vProcess5"/>
    <dgm:cxn modelId="{B2549076-713D-F147-B1D3-7AA5AA796E63}" type="presParOf" srcId="{56CEC792-2FBB-314B-A7E8-D17E3C0D8F7B}" destId="{CEE82B33-FF13-E041-947A-45FFD21F8C7E}" srcOrd="4" destOrd="0" presId="urn:microsoft.com/office/officeart/2005/8/layout/vProcess5"/>
    <dgm:cxn modelId="{8B56A53C-06E5-5147-B93E-FB65251C6060}" type="presParOf" srcId="{56CEC792-2FBB-314B-A7E8-D17E3C0D8F7B}" destId="{E48254AA-6F67-6C44-965E-515D39FE4938}" srcOrd="5" destOrd="0" presId="urn:microsoft.com/office/officeart/2005/8/layout/vProcess5"/>
    <dgm:cxn modelId="{60D8430A-722F-3B42-92E0-41BF091502E5}" type="presParOf" srcId="{56CEC792-2FBB-314B-A7E8-D17E3C0D8F7B}" destId="{47E2DB1C-0A8B-FE4F-BFEE-791526D3A87A}" srcOrd="6" destOrd="0" presId="urn:microsoft.com/office/officeart/2005/8/layout/vProcess5"/>
    <dgm:cxn modelId="{71F63B56-EFAF-F046-BC5E-534BB480CC70}" type="presParOf" srcId="{56CEC792-2FBB-314B-A7E8-D17E3C0D8F7B}" destId="{C630EDF0-96F7-E346-9FDD-538DC18AD9AF}" srcOrd="7" destOrd="0" presId="urn:microsoft.com/office/officeart/2005/8/layout/vProcess5"/>
    <dgm:cxn modelId="{372272D4-96B9-BD43-9580-C34AC2FEC14D}" type="presParOf" srcId="{56CEC792-2FBB-314B-A7E8-D17E3C0D8F7B}" destId="{EC346DF9-7AC1-7B42-BF1F-A9EB96EF56A8}" srcOrd="8" destOrd="0" presId="urn:microsoft.com/office/officeart/2005/8/layout/vProcess5"/>
    <dgm:cxn modelId="{79C9343D-3757-5446-83E0-371C5AC729A4}" type="presParOf" srcId="{56CEC792-2FBB-314B-A7E8-D17E3C0D8F7B}" destId="{5EEB331E-AD3E-F843-9B36-855449D72496}" srcOrd="9" destOrd="0" presId="urn:microsoft.com/office/officeart/2005/8/layout/vProcess5"/>
    <dgm:cxn modelId="{EBB74A10-06A2-9943-8D79-AD31EC9D4A1F}" type="presParOf" srcId="{56CEC792-2FBB-314B-A7E8-D17E3C0D8F7B}" destId="{362F37A4-E7F0-644F-ADAC-6471D764D37B}" srcOrd="10" destOrd="0" presId="urn:microsoft.com/office/officeart/2005/8/layout/vProcess5"/>
    <dgm:cxn modelId="{D4E6A0AC-C4AC-9844-9588-705BFA2D84F1}" type="presParOf" srcId="{56CEC792-2FBB-314B-A7E8-D17E3C0D8F7B}" destId="{7A67016B-ED71-6743-9BCE-E43B3782E6B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ED72F5-3DB5-466A-9E9A-F326E72B9C21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1C531AB-208B-4452-9D78-BEFF489BA507}">
      <dgm:prSet/>
      <dgm:spPr/>
      <dgm:t>
        <a:bodyPr/>
        <a:lstStyle/>
        <a:p>
          <a:r>
            <a:rPr lang="en-US"/>
            <a:t>• Budget cars show significant price variation across cities</a:t>
          </a:r>
        </a:p>
      </dgm:t>
    </dgm:pt>
    <dgm:pt modelId="{197BF861-53D1-4218-8440-D1387FF3B618}" type="parTrans" cxnId="{735D9715-5145-4320-9CD7-716E28510181}">
      <dgm:prSet/>
      <dgm:spPr/>
      <dgm:t>
        <a:bodyPr/>
        <a:lstStyle/>
        <a:p>
          <a:endParaRPr lang="en-US"/>
        </a:p>
      </dgm:t>
    </dgm:pt>
    <dgm:pt modelId="{E057F8C9-4778-4AD6-B211-4675C0F2E876}" type="sibTrans" cxnId="{735D9715-5145-4320-9CD7-716E28510181}">
      <dgm:prSet/>
      <dgm:spPr/>
      <dgm:t>
        <a:bodyPr/>
        <a:lstStyle/>
        <a:p>
          <a:endParaRPr lang="en-US"/>
        </a:p>
      </dgm:t>
    </dgm:pt>
    <dgm:pt modelId="{1B87F4DB-6319-4CB8-B220-ECE8645F8331}">
      <dgm:prSet/>
      <dgm:spPr/>
      <dgm:t>
        <a:bodyPr/>
        <a:lstStyle/>
        <a:p>
          <a:r>
            <a:rPr lang="en-US"/>
            <a:t>• Diesel cars slightly cheaper than petrol counterparts</a:t>
          </a:r>
        </a:p>
      </dgm:t>
    </dgm:pt>
    <dgm:pt modelId="{3FD51DAA-380A-4ED0-86C9-1E77F8927416}" type="parTrans" cxnId="{441D6BFC-6711-4B2D-8FA8-FA3594598744}">
      <dgm:prSet/>
      <dgm:spPr/>
      <dgm:t>
        <a:bodyPr/>
        <a:lstStyle/>
        <a:p>
          <a:endParaRPr lang="en-US"/>
        </a:p>
      </dgm:t>
    </dgm:pt>
    <dgm:pt modelId="{BB187133-A330-47DC-BC79-33EA8ACA534E}" type="sibTrans" cxnId="{441D6BFC-6711-4B2D-8FA8-FA3594598744}">
      <dgm:prSet/>
      <dgm:spPr/>
      <dgm:t>
        <a:bodyPr/>
        <a:lstStyle/>
        <a:p>
          <a:endParaRPr lang="en-US"/>
        </a:p>
      </dgm:t>
    </dgm:pt>
    <dgm:pt modelId="{7863494F-C580-49AE-A594-4A1C619CE45D}">
      <dgm:prSet/>
      <dgm:spPr/>
      <dgm:t>
        <a:bodyPr/>
        <a:lstStyle/>
        <a:p>
          <a:r>
            <a:rPr lang="en-US"/>
            <a:t>• EMI often increases disproportionately with brand value</a:t>
          </a:r>
        </a:p>
      </dgm:t>
    </dgm:pt>
    <dgm:pt modelId="{F850C031-37F4-4234-A2B4-832A6C32CC1C}" type="parTrans" cxnId="{932D83CC-140C-438E-ADF5-74AA414D9413}">
      <dgm:prSet/>
      <dgm:spPr/>
      <dgm:t>
        <a:bodyPr/>
        <a:lstStyle/>
        <a:p>
          <a:endParaRPr lang="en-US"/>
        </a:p>
      </dgm:t>
    </dgm:pt>
    <dgm:pt modelId="{66B97906-203D-4D02-8198-4B6DD17BAE4A}" type="sibTrans" cxnId="{932D83CC-140C-438E-ADF5-74AA414D9413}">
      <dgm:prSet/>
      <dgm:spPr/>
      <dgm:t>
        <a:bodyPr/>
        <a:lstStyle/>
        <a:p>
          <a:endParaRPr lang="en-US"/>
        </a:p>
      </dgm:t>
    </dgm:pt>
    <dgm:pt modelId="{ED34FCAB-486B-4F31-B74E-88C0286CB5F8}">
      <dgm:prSet/>
      <dgm:spPr/>
      <dgm:t>
        <a:bodyPr/>
        <a:lstStyle/>
        <a:p>
          <a:r>
            <a:rPr lang="en-US"/>
            <a:t>• Some lesser-known brands offer better value</a:t>
          </a:r>
        </a:p>
      </dgm:t>
    </dgm:pt>
    <dgm:pt modelId="{E0B2DDA2-1938-4C66-A33A-C2805AAB4E2D}" type="parTrans" cxnId="{405C86A9-DB40-4331-90AA-6DE7F8C617BD}">
      <dgm:prSet/>
      <dgm:spPr/>
      <dgm:t>
        <a:bodyPr/>
        <a:lstStyle/>
        <a:p>
          <a:endParaRPr lang="en-US"/>
        </a:p>
      </dgm:t>
    </dgm:pt>
    <dgm:pt modelId="{23650D0F-8769-4854-B965-D532D2B4936F}" type="sibTrans" cxnId="{405C86A9-DB40-4331-90AA-6DE7F8C617BD}">
      <dgm:prSet/>
      <dgm:spPr/>
      <dgm:t>
        <a:bodyPr/>
        <a:lstStyle/>
        <a:p>
          <a:endParaRPr lang="en-US"/>
        </a:p>
      </dgm:t>
    </dgm:pt>
    <dgm:pt modelId="{3C1A351B-EED6-BE46-9599-8814E10D6EC2}" type="pres">
      <dgm:prSet presAssocID="{1EED72F5-3DB5-466A-9E9A-F326E72B9C21}" presName="vert0" presStyleCnt="0">
        <dgm:presLayoutVars>
          <dgm:dir/>
          <dgm:animOne val="branch"/>
          <dgm:animLvl val="lvl"/>
        </dgm:presLayoutVars>
      </dgm:prSet>
      <dgm:spPr/>
    </dgm:pt>
    <dgm:pt modelId="{E4A4A901-C12B-3649-9A80-081E8BA08356}" type="pres">
      <dgm:prSet presAssocID="{01C531AB-208B-4452-9D78-BEFF489BA507}" presName="thickLine" presStyleLbl="alignNode1" presStyleIdx="0" presStyleCnt="4"/>
      <dgm:spPr/>
    </dgm:pt>
    <dgm:pt modelId="{15A9BE96-4017-204A-9FDB-DDA2346CA3C0}" type="pres">
      <dgm:prSet presAssocID="{01C531AB-208B-4452-9D78-BEFF489BA507}" presName="horz1" presStyleCnt="0"/>
      <dgm:spPr/>
    </dgm:pt>
    <dgm:pt modelId="{0F4CA85E-00ED-8144-9A50-6ABF6743C0DC}" type="pres">
      <dgm:prSet presAssocID="{01C531AB-208B-4452-9D78-BEFF489BA507}" presName="tx1" presStyleLbl="revTx" presStyleIdx="0" presStyleCnt="4"/>
      <dgm:spPr/>
    </dgm:pt>
    <dgm:pt modelId="{890FB3F3-C511-2443-917D-5F7689A4BD93}" type="pres">
      <dgm:prSet presAssocID="{01C531AB-208B-4452-9D78-BEFF489BA507}" presName="vert1" presStyleCnt="0"/>
      <dgm:spPr/>
    </dgm:pt>
    <dgm:pt modelId="{1509B5DC-95A3-154A-9DE0-121BA4A42954}" type="pres">
      <dgm:prSet presAssocID="{1B87F4DB-6319-4CB8-B220-ECE8645F8331}" presName="thickLine" presStyleLbl="alignNode1" presStyleIdx="1" presStyleCnt="4"/>
      <dgm:spPr/>
    </dgm:pt>
    <dgm:pt modelId="{FFE73CBB-D989-AD41-B977-D1B8381A3908}" type="pres">
      <dgm:prSet presAssocID="{1B87F4DB-6319-4CB8-B220-ECE8645F8331}" presName="horz1" presStyleCnt="0"/>
      <dgm:spPr/>
    </dgm:pt>
    <dgm:pt modelId="{1CC481AC-E2F8-CE4E-8B7C-0E1F670BFDBC}" type="pres">
      <dgm:prSet presAssocID="{1B87F4DB-6319-4CB8-B220-ECE8645F8331}" presName="tx1" presStyleLbl="revTx" presStyleIdx="1" presStyleCnt="4"/>
      <dgm:spPr/>
    </dgm:pt>
    <dgm:pt modelId="{8AA33C99-F185-E84F-9B59-819F2909F48F}" type="pres">
      <dgm:prSet presAssocID="{1B87F4DB-6319-4CB8-B220-ECE8645F8331}" presName="vert1" presStyleCnt="0"/>
      <dgm:spPr/>
    </dgm:pt>
    <dgm:pt modelId="{ACDD96C4-8013-F44D-A8B6-3487623AD283}" type="pres">
      <dgm:prSet presAssocID="{7863494F-C580-49AE-A594-4A1C619CE45D}" presName="thickLine" presStyleLbl="alignNode1" presStyleIdx="2" presStyleCnt="4"/>
      <dgm:spPr/>
    </dgm:pt>
    <dgm:pt modelId="{52A998FD-9ADD-9B47-9A51-E7D62D61209C}" type="pres">
      <dgm:prSet presAssocID="{7863494F-C580-49AE-A594-4A1C619CE45D}" presName="horz1" presStyleCnt="0"/>
      <dgm:spPr/>
    </dgm:pt>
    <dgm:pt modelId="{0F2A2CCE-6ADF-D84E-9204-C4733F6984C1}" type="pres">
      <dgm:prSet presAssocID="{7863494F-C580-49AE-A594-4A1C619CE45D}" presName="tx1" presStyleLbl="revTx" presStyleIdx="2" presStyleCnt="4"/>
      <dgm:spPr/>
    </dgm:pt>
    <dgm:pt modelId="{D99C6BE2-CB92-E841-8C4C-8B0F37835191}" type="pres">
      <dgm:prSet presAssocID="{7863494F-C580-49AE-A594-4A1C619CE45D}" presName="vert1" presStyleCnt="0"/>
      <dgm:spPr/>
    </dgm:pt>
    <dgm:pt modelId="{518BA36A-B73C-DA4A-AC06-9F0FA7751EA6}" type="pres">
      <dgm:prSet presAssocID="{ED34FCAB-486B-4F31-B74E-88C0286CB5F8}" presName="thickLine" presStyleLbl="alignNode1" presStyleIdx="3" presStyleCnt="4"/>
      <dgm:spPr/>
    </dgm:pt>
    <dgm:pt modelId="{4CCB8A65-900F-0542-8750-7F758DBD2C1E}" type="pres">
      <dgm:prSet presAssocID="{ED34FCAB-486B-4F31-B74E-88C0286CB5F8}" presName="horz1" presStyleCnt="0"/>
      <dgm:spPr/>
    </dgm:pt>
    <dgm:pt modelId="{559C12CC-2B1C-8742-8A15-6F9A35F0C438}" type="pres">
      <dgm:prSet presAssocID="{ED34FCAB-486B-4F31-B74E-88C0286CB5F8}" presName="tx1" presStyleLbl="revTx" presStyleIdx="3" presStyleCnt="4"/>
      <dgm:spPr/>
    </dgm:pt>
    <dgm:pt modelId="{9895F2CA-45A0-B94E-9FE7-37AA7266BE8F}" type="pres">
      <dgm:prSet presAssocID="{ED34FCAB-486B-4F31-B74E-88C0286CB5F8}" presName="vert1" presStyleCnt="0"/>
      <dgm:spPr/>
    </dgm:pt>
  </dgm:ptLst>
  <dgm:cxnLst>
    <dgm:cxn modelId="{E82AC903-B42C-0347-8576-E838F4A1BC05}" type="presOf" srcId="{1B87F4DB-6319-4CB8-B220-ECE8645F8331}" destId="{1CC481AC-E2F8-CE4E-8B7C-0E1F670BFDBC}" srcOrd="0" destOrd="0" presId="urn:microsoft.com/office/officeart/2008/layout/LinedList"/>
    <dgm:cxn modelId="{735D9715-5145-4320-9CD7-716E28510181}" srcId="{1EED72F5-3DB5-466A-9E9A-F326E72B9C21}" destId="{01C531AB-208B-4452-9D78-BEFF489BA507}" srcOrd="0" destOrd="0" parTransId="{197BF861-53D1-4218-8440-D1387FF3B618}" sibTransId="{E057F8C9-4778-4AD6-B211-4675C0F2E876}"/>
    <dgm:cxn modelId="{728B131F-B8F3-9746-B6A2-26741B416E39}" type="presOf" srcId="{ED34FCAB-486B-4F31-B74E-88C0286CB5F8}" destId="{559C12CC-2B1C-8742-8A15-6F9A35F0C438}" srcOrd="0" destOrd="0" presId="urn:microsoft.com/office/officeart/2008/layout/LinedList"/>
    <dgm:cxn modelId="{6088053B-F0E2-0F4F-9864-67F836ED7C61}" type="presOf" srcId="{1EED72F5-3DB5-466A-9E9A-F326E72B9C21}" destId="{3C1A351B-EED6-BE46-9599-8814E10D6EC2}" srcOrd="0" destOrd="0" presId="urn:microsoft.com/office/officeart/2008/layout/LinedList"/>
    <dgm:cxn modelId="{881E2C43-6FC7-2140-8B29-D5D383391902}" type="presOf" srcId="{7863494F-C580-49AE-A594-4A1C619CE45D}" destId="{0F2A2CCE-6ADF-D84E-9204-C4733F6984C1}" srcOrd="0" destOrd="0" presId="urn:microsoft.com/office/officeart/2008/layout/LinedList"/>
    <dgm:cxn modelId="{405C86A9-DB40-4331-90AA-6DE7F8C617BD}" srcId="{1EED72F5-3DB5-466A-9E9A-F326E72B9C21}" destId="{ED34FCAB-486B-4F31-B74E-88C0286CB5F8}" srcOrd="3" destOrd="0" parTransId="{E0B2DDA2-1938-4C66-A33A-C2805AAB4E2D}" sibTransId="{23650D0F-8769-4854-B965-D532D2B4936F}"/>
    <dgm:cxn modelId="{2E1DA8C9-2973-3045-937F-EBC795305478}" type="presOf" srcId="{01C531AB-208B-4452-9D78-BEFF489BA507}" destId="{0F4CA85E-00ED-8144-9A50-6ABF6743C0DC}" srcOrd="0" destOrd="0" presId="urn:microsoft.com/office/officeart/2008/layout/LinedList"/>
    <dgm:cxn modelId="{932D83CC-140C-438E-ADF5-74AA414D9413}" srcId="{1EED72F5-3DB5-466A-9E9A-F326E72B9C21}" destId="{7863494F-C580-49AE-A594-4A1C619CE45D}" srcOrd="2" destOrd="0" parTransId="{F850C031-37F4-4234-A2B4-832A6C32CC1C}" sibTransId="{66B97906-203D-4D02-8198-4B6DD17BAE4A}"/>
    <dgm:cxn modelId="{441D6BFC-6711-4B2D-8FA8-FA3594598744}" srcId="{1EED72F5-3DB5-466A-9E9A-F326E72B9C21}" destId="{1B87F4DB-6319-4CB8-B220-ECE8645F8331}" srcOrd="1" destOrd="0" parTransId="{3FD51DAA-380A-4ED0-86C9-1E77F8927416}" sibTransId="{BB187133-A330-47DC-BC79-33EA8ACA534E}"/>
    <dgm:cxn modelId="{D3BF0428-5E85-634B-A845-DF3F6EB3AC24}" type="presParOf" srcId="{3C1A351B-EED6-BE46-9599-8814E10D6EC2}" destId="{E4A4A901-C12B-3649-9A80-081E8BA08356}" srcOrd="0" destOrd="0" presId="urn:microsoft.com/office/officeart/2008/layout/LinedList"/>
    <dgm:cxn modelId="{3335D881-A793-8E45-BB3F-FEFC13DD1F1C}" type="presParOf" srcId="{3C1A351B-EED6-BE46-9599-8814E10D6EC2}" destId="{15A9BE96-4017-204A-9FDB-DDA2346CA3C0}" srcOrd="1" destOrd="0" presId="urn:microsoft.com/office/officeart/2008/layout/LinedList"/>
    <dgm:cxn modelId="{14C8A7E0-0648-1A40-A923-6A1E4F799AD6}" type="presParOf" srcId="{15A9BE96-4017-204A-9FDB-DDA2346CA3C0}" destId="{0F4CA85E-00ED-8144-9A50-6ABF6743C0DC}" srcOrd="0" destOrd="0" presId="urn:microsoft.com/office/officeart/2008/layout/LinedList"/>
    <dgm:cxn modelId="{734698C7-6B38-C846-A054-A360415EECA4}" type="presParOf" srcId="{15A9BE96-4017-204A-9FDB-DDA2346CA3C0}" destId="{890FB3F3-C511-2443-917D-5F7689A4BD93}" srcOrd="1" destOrd="0" presId="urn:microsoft.com/office/officeart/2008/layout/LinedList"/>
    <dgm:cxn modelId="{5FFFF21D-D535-CE43-A57D-19C7D43DB018}" type="presParOf" srcId="{3C1A351B-EED6-BE46-9599-8814E10D6EC2}" destId="{1509B5DC-95A3-154A-9DE0-121BA4A42954}" srcOrd="2" destOrd="0" presId="urn:microsoft.com/office/officeart/2008/layout/LinedList"/>
    <dgm:cxn modelId="{128D986E-6031-E846-BC9B-2BFDB7AACB66}" type="presParOf" srcId="{3C1A351B-EED6-BE46-9599-8814E10D6EC2}" destId="{FFE73CBB-D989-AD41-B977-D1B8381A3908}" srcOrd="3" destOrd="0" presId="urn:microsoft.com/office/officeart/2008/layout/LinedList"/>
    <dgm:cxn modelId="{3B0D16E4-B101-6644-BA50-27B75BF3672B}" type="presParOf" srcId="{FFE73CBB-D989-AD41-B977-D1B8381A3908}" destId="{1CC481AC-E2F8-CE4E-8B7C-0E1F670BFDBC}" srcOrd="0" destOrd="0" presId="urn:microsoft.com/office/officeart/2008/layout/LinedList"/>
    <dgm:cxn modelId="{1C06CAEC-7EC2-A040-B83C-ECFFB7C8DF96}" type="presParOf" srcId="{FFE73CBB-D989-AD41-B977-D1B8381A3908}" destId="{8AA33C99-F185-E84F-9B59-819F2909F48F}" srcOrd="1" destOrd="0" presId="urn:microsoft.com/office/officeart/2008/layout/LinedList"/>
    <dgm:cxn modelId="{3AE05BE6-0A75-D844-878E-B76FE7CC3B87}" type="presParOf" srcId="{3C1A351B-EED6-BE46-9599-8814E10D6EC2}" destId="{ACDD96C4-8013-F44D-A8B6-3487623AD283}" srcOrd="4" destOrd="0" presId="urn:microsoft.com/office/officeart/2008/layout/LinedList"/>
    <dgm:cxn modelId="{48A2D8B3-C3D0-464B-BEC7-72E4578F1F86}" type="presParOf" srcId="{3C1A351B-EED6-BE46-9599-8814E10D6EC2}" destId="{52A998FD-9ADD-9B47-9A51-E7D62D61209C}" srcOrd="5" destOrd="0" presId="urn:microsoft.com/office/officeart/2008/layout/LinedList"/>
    <dgm:cxn modelId="{5547EC02-E533-8E41-B1A2-10EDF321FFD3}" type="presParOf" srcId="{52A998FD-9ADD-9B47-9A51-E7D62D61209C}" destId="{0F2A2CCE-6ADF-D84E-9204-C4733F6984C1}" srcOrd="0" destOrd="0" presId="urn:microsoft.com/office/officeart/2008/layout/LinedList"/>
    <dgm:cxn modelId="{895B9AE8-33BF-2047-9D77-CF60398FD27A}" type="presParOf" srcId="{52A998FD-9ADD-9B47-9A51-E7D62D61209C}" destId="{D99C6BE2-CB92-E841-8C4C-8B0F37835191}" srcOrd="1" destOrd="0" presId="urn:microsoft.com/office/officeart/2008/layout/LinedList"/>
    <dgm:cxn modelId="{AFD8E9B0-7717-DB45-9A06-AEFFB4DF791B}" type="presParOf" srcId="{3C1A351B-EED6-BE46-9599-8814E10D6EC2}" destId="{518BA36A-B73C-DA4A-AC06-9F0FA7751EA6}" srcOrd="6" destOrd="0" presId="urn:microsoft.com/office/officeart/2008/layout/LinedList"/>
    <dgm:cxn modelId="{A034432D-EE29-6445-A5CE-FC3A2BD97F48}" type="presParOf" srcId="{3C1A351B-EED6-BE46-9599-8814E10D6EC2}" destId="{4CCB8A65-900F-0542-8750-7F758DBD2C1E}" srcOrd="7" destOrd="0" presId="urn:microsoft.com/office/officeart/2008/layout/LinedList"/>
    <dgm:cxn modelId="{37A40E99-6C35-1242-B0CE-ACF44A62B2DF}" type="presParOf" srcId="{4CCB8A65-900F-0542-8750-7F758DBD2C1E}" destId="{559C12CC-2B1C-8742-8A15-6F9A35F0C438}" srcOrd="0" destOrd="0" presId="urn:microsoft.com/office/officeart/2008/layout/LinedList"/>
    <dgm:cxn modelId="{2644CE6A-780D-1640-815F-C293C82564C2}" type="presParOf" srcId="{4CCB8A65-900F-0542-8750-7F758DBD2C1E}" destId="{9895F2CA-45A0-B94E-9FE7-37AA7266BE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7696A7A-A317-49BC-AD4A-3C81B7B6464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D5DB06-E135-4384-9FA8-2EBB1273EB06}">
      <dgm:prSet/>
      <dgm:spPr/>
      <dgm:t>
        <a:bodyPr/>
        <a:lstStyle/>
        <a:p>
          <a:r>
            <a:rPr lang="en-US"/>
            <a:t>• Price vs Brand</a:t>
          </a:r>
        </a:p>
      </dgm:t>
    </dgm:pt>
    <dgm:pt modelId="{DD6BD641-875C-4CAB-BA68-FD1D41F73507}" type="parTrans" cxnId="{D1197B2B-16B3-4370-8123-1FB255D89522}">
      <dgm:prSet/>
      <dgm:spPr/>
      <dgm:t>
        <a:bodyPr/>
        <a:lstStyle/>
        <a:p>
          <a:endParaRPr lang="en-US"/>
        </a:p>
      </dgm:t>
    </dgm:pt>
    <dgm:pt modelId="{4F753D31-3592-4070-85B9-FB8F3A3EA1AA}" type="sibTrans" cxnId="{D1197B2B-16B3-4370-8123-1FB255D89522}">
      <dgm:prSet/>
      <dgm:spPr/>
      <dgm:t>
        <a:bodyPr/>
        <a:lstStyle/>
        <a:p>
          <a:endParaRPr lang="en-US"/>
        </a:p>
      </dgm:t>
    </dgm:pt>
    <dgm:pt modelId="{D2B3FAB2-233A-4E90-8442-C56D3E4957A0}">
      <dgm:prSet/>
      <dgm:spPr/>
      <dgm:t>
        <a:bodyPr/>
        <a:lstStyle/>
        <a:p>
          <a:r>
            <a:rPr lang="en-US"/>
            <a:t>• Fuel Type Distribution</a:t>
          </a:r>
        </a:p>
      </dgm:t>
    </dgm:pt>
    <dgm:pt modelId="{70D957D5-8EF3-475D-ABCD-466DC2EF34ED}" type="parTrans" cxnId="{602996E4-BB74-4634-811D-EC29BA62748C}">
      <dgm:prSet/>
      <dgm:spPr/>
      <dgm:t>
        <a:bodyPr/>
        <a:lstStyle/>
        <a:p>
          <a:endParaRPr lang="en-US"/>
        </a:p>
      </dgm:t>
    </dgm:pt>
    <dgm:pt modelId="{72811B22-A5DC-4172-AD2B-FDADC292AA8A}" type="sibTrans" cxnId="{602996E4-BB74-4634-811D-EC29BA62748C}">
      <dgm:prSet/>
      <dgm:spPr/>
      <dgm:t>
        <a:bodyPr/>
        <a:lstStyle/>
        <a:p>
          <a:endParaRPr lang="en-US"/>
        </a:p>
      </dgm:t>
    </dgm:pt>
    <dgm:pt modelId="{1180BCD4-E065-44D4-BB84-87F6C9300C58}">
      <dgm:prSet/>
      <dgm:spPr/>
      <dgm:t>
        <a:bodyPr/>
        <a:lstStyle/>
        <a:p>
          <a:r>
            <a:rPr lang="en-US"/>
            <a:t>• EMI-wise segmentation</a:t>
          </a:r>
        </a:p>
      </dgm:t>
    </dgm:pt>
    <dgm:pt modelId="{D11428CD-3654-4725-9163-174D486DF17C}" type="parTrans" cxnId="{EB5EEC06-47B1-4BD1-A482-D88A17AB19CA}">
      <dgm:prSet/>
      <dgm:spPr/>
      <dgm:t>
        <a:bodyPr/>
        <a:lstStyle/>
        <a:p>
          <a:endParaRPr lang="en-US"/>
        </a:p>
      </dgm:t>
    </dgm:pt>
    <dgm:pt modelId="{8987DA74-4270-4826-ABEE-C1046331AE72}" type="sibTrans" cxnId="{EB5EEC06-47B1-4BD1-A482-D88A17AB19CA}">
      <dgm:prSet/>
      <dgm:spPr/>
      <dgm:t>
        <a:bodyPr/>
        <a:lstStyle/>
        <a:p>
          <a:endParaRPr lang="en-US"/>
        </a:p>
      </dgm:t>
    </dgm:pt>
    <dgm:pt modelId="{FE8F0CCC-A1E1-47E8-BCAB-722AD8D1382C}">
      <dgm:prSet/>
      <dgm:spPr/>
      <dgm:t>
        <a:bodyPr/>
        <a:lstStyle/>
        <a:p>
          <a:r>
            <a:rPr lang="en-US"/>
            <a:t>• Filterable views for comparison</a:t>
          </a:r>
        </a:p>
      </dgm:t>
    </dgm:pt>
    <dgm:pt modelId="{C5680E80-8618-43DE-BBC5-A9F31AA79E0E}" type="parTrans" cxnId="{68954432-080C-4078-97D6-A94A4B749979}">
      <dgm:prSet/>
      <dgm:spPr/>
      <dgm:t>
        <a:bodyPr/>
        <a:lstStyle/>
        <a:p>
          <a:endParaRPr lang="en-US"/>
        </a:p>
      </dgm:t>
    </dgm:pt>
    <dgm:pt modelId="{8B8B9064-470D-4B6D-A5D0-67D3A00E5350}" type="sibTrans" cxnId="{68954432-080C-4078-97D6-A94A4B749979}">
      <dgm:prSet/>
      <dgm:spPr/>
      <dgm:t>
        <a:bodyPr/>
        <a:lstStyle/>
        <a:p>
          <a:endParaRPr lang="en-US"/>
        </a:p>
      </dgm:t>
    </dgm:pt>
    <dgm:pt modelId="{AE6690B2-DE06-6B4A-8EE1-1AB471BBAE26}" type="pres">
      <dgm:prSet presAssocID="{C7696A7A-A317-49BC-AD4A-3C81B7B6464F}" presName="linear" presStyleCnt="0">
        <dgm:presLayoutVars>
          <dgm:dir/>
          <dgm:animLvl val="lvl"/>
          <dgm:resizeHandles val="exact"/>
        </dgm:presLayoutVars>
      </dgm:prSet>
      <dgm:spPr/>
    </dgm:pt>
    <dgm:pt modelId="{1E6337EA-01D4-CC4F-8799-D49995A18D39}" type="pres">
      <dgm:prSet presAssocID="{67D5DB06-E135-4384-9FA8-2EBB1273EB06}" presName="parentLin" presStyleCnt="0"/>
      <dgm:spPr/>
    </dgm:pt>
    <dgm:pt modelId="{D59DC4A6-F15B-D04A-8CB7-8D394DD6AEEA}" type="pres">
      <dgm:prSet presAssocID="{67D5DB06-E135-4384-9FA8-2EBB1273EB06}" presName="parentLeftMargin" presStyleLbl="node1" presStyleIdx="0" presStyleCnt="4"/>
      <dgm:spPr/>
    </dgm:pt>
    <dgm:pt modelId="{91BBC5E0-6642-4D4B-923E-0B581537BBF2}" type="pres">
      <dgm:prSet presAssocID="{67D5DB06-E135-4384-9FA8-2EBB1273EB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4F0AB78-0CEE-7445-8B5B-995B1EE0E610}" type="pres">
      <dgm:prSet presAssocID="{67D5DB06-E135-4384-9FA8-2EBB1273EB06}" presName="negativeSpace" presStyleCnt="0"/>
      <dgm:spPr/>
    </dgm:pt>
    <dgm:pt modelId="{902C619F-420C-8841-B91C-089DA9B2CF16}" type="pres">
      <dgm:prSet presAssocID="{67D5DB06-E135-4384-9FA8-2EBB1273EB06}" presName="childText" presStyleLbl="conFgAcc1" presStyleIdx="0" presStyleCnt="4">
        <dgm:presLayoutVars>
          <dgm:bulletEnabled val="1"/>
        </dgm:presLayoutVars>
      </dgm:prSet>
      <dgm:spPr/>
    </dgm:pt>
    <dgm:pt modelId="{AF96F08D-2FC0-6D48-A1B0-F77D2F8F3466}" type="pres">
      <dgm:prSet presAssocID="{4F753D31-3592-4070-85B9-FB8F3A3EA1AA}" presName="spaceBetweenRectangles" presStyleCnt="0"/>
      <dgm:spPr/>
    </dgm:pt>
    <dgm:pt modelId="{709E78E0-902F-D34E-B5B2-A79181A7DCC3}" type="pres">
      <dgm:prSet presAssocID="{D2B3FAB2-233A-4E90-8442-C56D3E4957A0}" presName="parentLin" presStyleCnt="0"/>
      <dgm:spPr/>
    </dgm:pt>
    <dgm:pt modelId="{E5111EC9-7086-984B-8F5E-F298F62484C8}" type="pres">
      <dgm:prSet presAssocID="{D2B3FAB2-233A-4E90-8442-C56D3E4957A0}" presName="parentLeftMargin" presStyleLbl="node1" presStyleIdx="0" presStyleCnt="4"/>
      <dgm:spPr/>
    </dgm:pt>
    <dgm:pt modelId="{E6E622A8-2F05-F04D-AD4A-41441779AF41}" type="pres">
      <dgm:prSet presAssocID="{D2B3FAB2-233A-4E90-8442-C56D3E4957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46E3D9-F979-704A-A974-5A2CB596DAE7}" type="pres">
      <dgm:prSet presAssocID="{D2B3FAB2-233A-4E90-8442-C56D3E4957A0}" presName="negativeSpace" presStyleCnt="0"/>
      <dgm:spPr/>
    </dgm:pt>
    <dgm:pt modelId="{CAAC9A59-E0C9-B843-A1DD-9BFE8C0E4ACA}" type="pres">
      <dgm:prSet presAssocID="{D2B3FAB2-233A-4E90-8442-C56D3E4957A0}" presName="childText" presStyleLbl="conFgAcc1" presStyleIdx="1" presStyleCnt="4">
        <dgm:presLayoutVars>
          <dgm:bulletEnabled val="1"/>
        </dgm:presLayoutVars>
      </dgm:prSet>
      <dgm:spPr/>
    </dgm:pt>
    <dgm:pt modelId="{3DAC1DD5-0FDB-A74B-BC14-142AD595D51B}" type="pres">
      <dgm:prSet presAssocID="{72811B22-A5DC-4172-AD2B-FDADC292AA8A}" presName="spaceBetweenRectangles" presStyleCnt="0"/>
      <dgm:spPr/>
    </dgm:pt>
    <dgm:pt modelId="{91F5AD1C-8091-DC4D-A88A-D2ED9D6A4D75}" type="pres">
      <dgm:prSet presAssocID="{1180BCD4-E065-44D4-BB84-87F6C9300C58}" presName="parentLin" presStyleCnt="0"/>
      <dgm:spPr/>
    </dgm:pt>
    <dgm:pt modelId="{89CE0A1B-CA7D-3E4B-B56B-E0CC544A9A33}" type="pres">
      <dgm:prSet presAssocID="{1180BCD4-E065-44D4-BB84-87F6C9300C58}" presName="parentLeftMargin" presStyleLbl="node1" presStyleIdx="1" presStyleCnt="4"/>
      <dgm:spPr/>
    </dgm:pt>
    <dgm:pt modelId="{FAF59C16-5AF3-8F4E-9076-7026F9BBC5DC}" type="pres">
      <dgm:prSet presAssocID="{1180BCD4-E065-44D4-BB84-87F6C9300C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9301B6-4CDF-834E-9097-F15F4EF5ABDC}" type="pres">
      <dgm:prSet presAssocID="{1180BCD4-E065-44D4-BB84-87F6C9300C58}" presName="negativeSpace" presStyleCnt="0"/>
      <dgm:spPr/>
    </dgm:pt>
    <dgm:pt modelId="{0C0C2D26-C9F4-FE4C-8DAE-28036C6DA6FC}" type="pres">
      <dgm:prSet presAssocID="{1180BCD4-E065-44D4-BB84-87F6C9300C58}" presName="childText" presStyleLbl="conFgAcc1" presStyleIdx="2" presStyleCnt="4">
        <dgm:presLayoutVars>
          <dgm:bulletEnabled val="1"/>
        </dgm:presLayoutVars>
      </dgm:prSet>
      <dgm:spPr/>
    </dgm:pt>
    <dgm:pt modelId="{904DEE75-B0B7-8140-9C3E-AEAEC92C3794}" type="pres">
      <dgm:prSet presAssocID="{8987DA74-4270-4826-ABEE-C1046331AE72}" presName="spaceBetweenRectangles" presStyleCnt="0"/>
      <dgm:spPr/>
    </dgm:pt>
    <dgm:pt modelId="{0C4655DB-4FFC-8841-A21E-45709D5B16F9}" type="pres">
      <dgm:prSet presAssocID="{FE8F0CCC-A1E1-47E8-BCAB-722AD8D1382C}" presName="parentLin" presStyleCnt="0"/>
      <dgm:spPr/>
    </dgm:pt>
    <dgm:pt modelId="{919B2344-49EB-6E4D-95BA-E60C9A2E2254}" type="pres">
      <dgm:prSet presAssocID="{FE8F0CCC-A1E1-47E8-BCAB-722AD8D1382C}" presName="parentLeftMargin" presStyleLbl="node1" presStyleIdx="2" presStyleCnt="4"/>
      <dgm:spPr/>
    </dgm:pt>
    <dgm:pt modelId="{6C3A886C-4C5C-C745-8B54-400BECF6CA54}" type="pres">
      <dgm:prSet presAssocID="{FE8F0CCC-A1E1-47E8-BCAB-722AD8D1382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A7324E2-49FE-F148-AC48-696D463A6C92}" type="pres">
      <dgm:prSet presAssocID="{FE8F0CCC-A1E1-47E8-BCAB-722AD8D1382C}" presName="negativeSpace" presStyleCnt="0"/>
      <dgm:spPr/>
    </dgm:pt>
    <dgm:pt modelId="{A7C0E39B-C29D-DD49-835B-219305DFCDB6}" type="pres">
      <dgm:prSet presAssocID="{FE8F0CCC-A1E1-47E8-BCAB-722AD8D1382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B5EEC06-47B1-4BD1-A482-D88A17AB19CA}" srcId="{C7696A7A-A317-49BC-AD4A-3C81B7B6464F}" destId="{1180BCD4-E065-44D4-BB84-87F6C9300C58}" srcOrd="2" destOrd="0" parTransId="{D11428CD-3654-4725-9163-174D486DF17C}" sibTransId="{8987DA74-4270-4826-ABEE-C1046331AE72}"/>
    <dgm:cxn modelId="{7DC9BA16-8276-3944-86CE-D44229C2F27A}" type="presOf" srcId="{1180BCD4-E065-44D4-BB84-87F6C9300C58}" destId="{89CE0A1B-CA7D-3E4B-B56B-E0CC544A9A33}" srcOrd="0" destOrd="0" presId="urn:microsoft.com/office/officeart/2005/8/layout/list1"/>
    <dgm:cxn modelId="{3608BA2A-238A-7E4D-A38F-3C288366F0E0}" type="presOf" srcId="{FE8F0CCC-A1E1-47E8-BCAB-722AD8D1382C}" destId="{919B2344-49EB-6E4D-95BA-E60C9A2E2254}" srcOrd="0" destOrd="0" presId="urn:microsoft.com/office/officeart/2005/8/layout/list1"/>
    <dgm:cxn modelId="{D1197B2B-16B3-4370-8123-1FB255D89522}" srcId="{C7696A7A-A317-49BC-AD4A-3C81B7B6464F}" destId="{67D5DB06-E135-4384-9FA8-2EBB1273EB06}" srcOrd="0" destOrd="0" parTransId="{DD6BD641-875C-4CAB-BA68-FD1D41F73507}" sibTransId="{4F753D31-3592-4070-85B9-FB8F3A3EA1AA}"/>
    <dgm:cxn modelId="{68954432-080C-4078-97D6-A94A4B749979}" srcId="{C7696A7A-A317-49BC-AD4A-3C81B7B6464F}" destId="{FE8F0CCC-A1E1-47E8-BCAB-722AD8D1382C}" srcOrd="3" destOrd="0" parTransId="{C5680E80-8618-43DE-BBC5-A9F31AA79E0E}" sibTransId="{8B8B9064-470D-4B6D-A5D0-67D3A00E5350}"/>
    <dgm:cxn modelId="{27720648-BF00-2D49-85B1-C89DA36E2CD1}" type="presOf" srcId="{D2B3FAB2-233A-4E90-8442-C56D3E4957A0}" destId="{E6E622A8-2F05-F04D-AD4A-41441779AF41}" srcOrd="1" destOrd="0" presId="urn:microsoft.com/office/officeart/2005/8/layout/list1"/>
    <dgm:cxn modelId="{6D1C1E52-908F-594B-A500-4FCF59DBD530}" type="presOf" srcId="{C7696A7A-A317-49BC-AD4A-3C81B7B6464F}" destId="{AE6690B2-DE06-6B4A-8EE1-1AB471BBAE26}" srcOrd="0" destOrd="0" presId="urn:microsoft.com/office/officeart/2005/8/layout/list1"/>
    <dgm:cxn modelId="{DD7FBD61-F7D5-964A-BB0D-B813629ACA45}" type="presOf" srcId="{67D5DB06-E135-4384-9FA8-2EBB1273EB06}" destId="{D59DC4A6-F15B-D04A-8CB7-8D394DD6AEEA}" srcOrd="0" destOrd="0" presId="urn:microsoft.com/office/officeart/2005/8/layout/list1"/>
    <dgm:cxn modelId="{C8EA6678-42D7-3247-A41F-91F4C06B1AA6}" type="presOf" srcId="{D2B3FAB2-233A-4E90-8442-C56D3E4957A0}" destId="{E5111EC9-7086-984B-8F5E-F298F62484C8}" srcOrd="0" destOrd="0" presId="urn:microsoft.com/office/officeart/2005/8/layout/list1"/>
    <dgm:cxn modelId="{FC22C4BB-D45C-1743-B181-C1DCBAB8306D}" type="presOf" srcId="{FE8F0CCC-A1E1-47E8-BCAB-722AD8D1382C}" destId="{6C3A886C-4C5C-C745-8B54-400BECF6CA54}" srcOrd="1" destOrd="0" presId="urn:microsoft.com/office/officeart/2005/8/layout/list1"/>
    <dgm:cxn modelId="{1C481DE2-4A0E-A94C-A7B5-BDCFE4521D56}" type="presOf" srcId="{1180BCD4-E065-44D4-BB84-87F6C9300C58}" destId="{FAF59C16-5AF3-8F4E-9076-7026F9BBC5DC}" srcOrd="1" destOrd="0" presId="urn:microsoft.com/office/officeart/2005/8/layout/list1"/>
    <dgm:cxn modelId="{602996E4-BB74-4634-811D-EC29BA62748C}" srcId="{C7696A7A-A317-49BC-AD4A-3C81B7B6464F}" destId="{D2B3FAB2-233A-4E90-8442-C56D3E4957A0}" srcOrd="1" destOrd="0" parTransId="{70D957D5-8EF3-475D-ABCD-466DC2EF34ED}" sibTransId="{72811B22-A5DC-4172-AD2B-FDADC292AA8A}"/>
    <dgm:cxn modelId="{C666F1E4-AE77-4049-9184-771BB7E1947A}" type="presOf" srcId="{67D5DB06-E135-4384-9FA8-2EBB1273EB06}" destId="{91BBC5E0-6642-4D4B-923E-0B581537BBF2}" srcOrd="1" destOrd="0" presId="urn:microsoft.com/office/officeart/2005/8/layout/list1"/>
    <dgm:cxn modelId="{B0793ADF-053A-8648-81AD-4CC9248E02E6}" type="presParOf" srcId="{AE6690B2-DE06-6B4A-8EE1-1AB471BBAE26}" destId="{1E6337EA-01D4-CC4F-8799-D49995A18D39}" srcOrd="0" destOrd="0" presId="urn:microsoft.com/office/officeart/2005/8/layout/list1"/>
    <dgm:cxn modelId="{2204CE0A-33CF-A74A-BA81-4A240A83FF30}" type="presParOf" srcId="{1E6337EA-01D4-CC4F-8799-D49995A18D39}" destId="{D59DC4A6-F15B-D04A-8CB7-8D394DD6AEEA}" srcOrd="0" destOrd="0" presId="urn:microsoft.com/office/officeart/2005/8/layout/list1"/>
    <dgm:cxn modelId="{2B887975-5258-F249-898B-068311C825F4}" type="presParOf" srcId="{1E6337EA-01D4-CC4F-8799-D49995A18D39}" destId="{91BBC5E0-6642-4D4B-923E-0B581537BBF2}" srcOrd="1" destOrd="0" presId="urn:microsoft.com/office/officeart/2005/8/layout/list1"/>
    <dgm:cxn modelId="{AFE38A74-8F23-C145-9088-B5A39001097B}" type="presParOf" srcId="{AE6690B2-DE06-6B4A-8EE1-1AB471BBAE26}" destId="{04F0AB78-0CEE-7445-8B5B-995B1EE0E610}" srcOrd="1" destOrd="0" presId="urn:microsoft.com/office/officeart/2005/8/layout/list1"/>
    <dgm:cxn modelId="{9A5A3C13-E68B-9141-AAA1-A20C893B7EF4}" type="presParOf" srcId="{AE6690B2-DE06-6B4A-8EE1-1AB471BBAE26}" destId="{902C619F-420C-8841-B91C-089DA9B2CF16}" srcOrd="2" destOrd="0" presId="urn:microsoft.com/office/officeart/2005/8/layout/list1"/>
    <dgm:cxn modelId="{BFF19002-3C6C-A744-AD37-30094854A0D6}" type="presParOf" srcId="{AE6690B2-DE06-6B4A-8EE1-1AB471BBAE26}" destId="{AF96F08D-2FC0-6D48-A1B0-F77D2F8F3466}" srcOrd="3" destOrd="0" presId="urn:microsoft.com/office/officeart/2005/8/layout/list1"/>
    <dgm:cxn modelId="{0A08C055-B2CC-EA43-B01D-7A0C1999E64F}" type="presParOf" srcId="{AE6690B2-DE06-6B4A-8EE1-1AB471BBAE26}" destId="{709E78E0-902F-D34E-B5B2-A79181A7DCC3}" srcOrd="4" destOrd="0" presId="urn:microsoft.com/office/officeart/2005/8/layout/list1"/>
    <dgm:cxn modelId="{883A2FE7-9B68-7841-9068-7601DC4CC4D1}" type="presParOf" srcId="{709E78E0-902F-D34E-B5B2-A79181A7DCC3}" destId="{E5111EC9-7086-984B-8F5E-F298F62484C8}" srcOrd="0" destOrd="0" presId="urn:microsoft.com/office/officeart/2005/8/layout/list1"/>
    <dgm:cxn modelId="{59786A33-ED67-8B4A-AE13-780CF64152A6}" type="presParOf" srcId="{709E78E0-902F-D34E-B5B2-A79181A7DCC3}" destId="{E6E622A8-2F05-F04D-AD4A-41441779AF41}" srcOrd="1" destOrd="0" presId="urn:microsoft.com/office/officeart/2005/8/layout/list1"/>
    <dgm:cxn modelId="{7D3DEB13-3089-3847-92BF-9BBC37619D3C}" type="presParOf" srcId="{AE6690B2-DE06-6B4A-8EE1-1AB471BBAE26}" destId="{FA46E3D9-F979-704A-A974-5A2CB596DAE7}" srcOrd="5" destOrd="0" presId="urn:microsoft.com/office/officeart/2005/8/layout/list1"/>
    <dgm:cxn modelId="{20CCAD07-4BFA-B242-AD36-C8E6E5BB3FE3}" type="presParOf" srcId="{AE6690B2-DE06-6B4A-8EE1-1AB471BBAE26}" destId="{CAAC9A59-E0C9-B843-A1DD-9BFE8C0E4ACA}" srcOrd="6" destOrd="0" presId="urn:microsoft.com/office/officeart/2005/8/layout/list1"/>
    <dgm:cxn modelId="{031558E8-13C1-1740-BF07-E43BB0996C0E}" type="presParOf" srcId="{AE6690B2-DE06-6B4A-8EE1-1AB471BBAE26}" destId="{3DAC1DD5-0FDB-A74B-BC14-142AD595D51B}" srcOrd="7" destOrd="0" presId="urn:microsoft.com/office/officeart/2005/8/layout/list1"/>
    <dgm:cxn modelId="{D0DD6B56-7F9D-D647-9296-C233AB23E4F3}" type="presParOf" srcId="{AE6690B2-DE06-6B4A-8EE1-1AB471BBAE26}" destId="{91F5AD1C-8091-DC4D-A88A-D2ED9D6A4D75}" srcOrd="8" destOrd="0" presId="urn:microsoft.com/office/officeart/2005/8/layout/list1"/>
    <dgm:cxn modelId="{F7F1E118-CBC7-9046-A4AB-012795ED20D9}" type="presParOf" srcId="{91F5AD1C-8091-DC4D-A88A-D2ED9D6A4D75}" destId="{89CE0A1B-CA7D-3E4B-B56B-E0CC544A9A33}" srcOrd="0" destOrd="0" presId="urn:microsoft.com/office/officeart/2005/8/layout/list1"/>
    <dgm:cxn modelId="{B7847A5F-DEFF-B348-912A-47AFD06E0B77}" type="presParOf" srcId="{91F5AD1C-8091-DC4D-A88A-D2ED9D6A4D75}" destId="{FAF59C16-5AF3-8F4E-9076-7026F9BBC5DC}" srcOrd="1" destOrd="0" presId="urn:microsoft.com/office/officeart/2005/8/layout/list1"/>
    <dgm:cxn modelId="{DCE8022A-BA95-6349-8210-087795391383}" type="presParOf" srcId="{AE6690B2-DE06-6B4A-8EE1-1AB471BBAE26}" destId="{179301B6-4CDF-834E-9097-F15F4EF5ABDC}" srcOrd="9" destOrd="0" presId="urn:microsoft.com/office/officeart/2005/8/layout/list1"/>
    <dgm:cxn modelId="{FBD5A9CA-9B00-994B-A218-DA4CA5F6E223}" type="presParOf" srcId="{AE6690B2-DE06-6B4A-8EE1-1AB471BBAE26}" destId="{0C0C2D26-C9F4-FE4C-8DAE-28036C6DA6FC}" srcOrd="10" destOrd="0" presId="urn:microsoft.com/office/officeart/2005/8/layout/list1"/>
    <dgm:cxn modelId="{B51E32A9-E617-C743-AFDB-3037BB47030A}" type="presParOf" srcId="{AE6690B2-DE06-6B4A-8EE1-1AB471BBAE26}" destId="{904DEE75-B0B7-8140-9C3E-AEAEC92C3794}" srcOrd="11" destOrd="0" presId="urn:microsoft.com/office/officeart/2005/8/layout/list1"/>
    <dgm:cxn modelId="{A2E5EEED-79FA-6E4C-88F4-D6A9E3C65788}" type="presParOf" srcId="{AE6690B2-DE06-6B4A-8EE1-1AB471BBAE26}" destId="{0C4655DB-4FFC-8841-A21E-45709D5B16F9}" srcOrd="12" destOrd="0" presId="urn:microsoft.com/office/officeart/2005/8/layout/list1"/>
    <dgm:cxn modelId="{6D457A82-6C59-7C41-876E-99AF8346B2C7}" type="presParOf" srcId="{0C4655DB-4FFC-8841-A21E-45709D5B16F9}" destId="{919B2344-49EB-6E4D-95BA-E60C9A2E2254}" srcOrd="0" destOrd="0" presId="urn:microsoft.com/office/officeart/2005/8/layout/list1"/>
    <dgm:cxn modelId="{99CDBF00-FCB9-3546-B4E5-A58E49969B84}" type="presParOf" srcId="{0C4655DB-4FFC-8841-A21E-45709D5B16F9}" destId="{6C3A886C-4C5C-C745-8B54-400BECF6CA54}" srcOrd="1" destOrd="0" presId="urn:microsoft.com/office/officeart/2005/8/layout/list1"/>
    <dgm:cxn modelId="{1C140746-266C-0340-B8F4-A4AF609E3EA9}" type="presParOf" srcId="{AE6690B2-DE06-6B4A-8EE1-1AB471BBAE26}" destId="{7A7324E2-49FE-F148-AC48-696D463A6C92}" srcOrd="13" destOrd="0" presId="urn:microsoft.com/office/officeart/2005/8/layout/list1"/>
    <dgm:cxn modelId="{9ED7550B-9228-E746-BFF2-72717F4FD613}" type="presParOf" srcId="{AE6690B2-DE06-6B4A-8EE1-1AB471BBAE26}" destId="{A7C0E39B-C29D-DD49-835B-219305DFCDB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B5A7CA3-E5E9-4A9E-BAFA-F4635599890B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48512563-5CD9-41AE-98AA-6FF22EC49AF8}">
      <dgm:prSet/>
      <dgm:spPr/>
      <dgm:t>
        <a:bodyPr/>
        <a:lstStyle/>
        <a:p>
          <a:r>
            <a:rPr lang="en-US"/>
            <a:t>• Data analytics offers clarity in used car markets</a:t>
          </a:r>
        </a:p>
      </dgm:t>
    </dgm:pt>
    <dgm:pt modelId="{54C48368-4861-4D4E-AD9F-BC4A73EF855B}" type="parTrans" cxnId="{A1F21ABC-E099-477B-87DF-13B363C8B692}">
      <dgm:prSet/>
      <dgm:spPr/>
      <dgm:t>
        <a:bodyPr/>
        <a:lstStyle/>
        <a:p>
          <a:endParaRPr lang="en-US"/>
        </a:p>
      </dgm:t>
    </dgm:pt>
    <dgm:pt modelId="{23DB6ACF-AC52-4FBA-AA94-F39294E9B5FA}" type="sibTrans" cxnId="{A1F21ABC-E099-477B-87DF-13B363C8B692}">
      <dgm:prSet/>
      <dgm:spPr/>
      <dgm:t>
        <a:bodyPr/>
        <a:lstStyle/>
        <a:p>
          <a:endParaRPr lang="en-US"/>
        </a:p>
      </dgm:t>
    </dgm:pt>
    <dgm:pt modelId="{69553A97-695C-483F-A65D-95431634553D}">
      <dgm:prSet/>
      <dgm:spPr/>
      <dgm:t>
        <a:bodyPr/>
        <a:lstStyle/>
        <a:p>
          <a:r>
            <a:rPr lang="en-US"/>
            <a:t>• Identified quality cars at lower prices</a:t>
          </a:r>
        </a:p>
      </dgm:t>
    </dgm:pt>
    <dgm:pt modelId="{5AC4A8B7-3FC3-42FC-A7E7-966B009513C4}" type="parTrans" cxnId="{08E96A04-69CF-4708-9E38-A633F8677E10}">
      <dgm:prSet/>
      <dgm:spPr/>
      <dgm:t>
        <a:bodyPr/>
        <a:lstStyle/>
        <a:p>
          <a:endParaRPr lang="en-US"/>
        </a:p>
      </dgm:t>
    </dgm:pt>
    <dgm:pt modelId="{1CD90D14-8ABA-4C51-9BBD-3BAF75F3C1F6}" type="sibTrans" cxnId="{08E96A04-69CF-4708-9E38-A633F8677E10}">
      <dgm:prSet/>
      <dgm:spPr/>
      <dgm:t>
        <a:bodyPr/>
        <a:lstStyle/>
        <a:p>
          <a:endParaRPr lang="en-US"/>
        </a:p>
      </dgm:t>
    </dgm:pt>
    <dgm:pt modelId="{42AB4A49-BD50-4D38-A49E-70806E30E3F5}">
      <dgm:prSet/>
      <dgm:spPr/>
      <dgm:t>
        <a:bodyPr/>
        <a:lstStyle/>
        <a:p>
          <a:r>
            <a:rPr lang="en-US"/>
            <a:t>• Can be extended with ML models for price prediction</a:t>
          </a:r>
        </a:p>
      </dgm:t>
    </dgm:pt>
    <dgm:pt modelId="{D963E23F-B6EA-41B8-A81E-49CCD149ED2A}" type="parTrans" cxnId="{A381DB4F-035B-42AB-B1B9-A06D6657A87F}">
      <dgm:prSet/>
      <dgm:spPr/>
      <dgm:t>
        <a:bodyPr/>
        <a:lstStyle/>
        <a:p>
          <a:endParaRPr lang="en-US"/>
        </a:p>
      </dgm:t>
    </dgm:pt>
    <dgm:pt modelId="{12289F90-DA44-4487-B58C-8C17263E98F9}" type="sibTrans" cxnId="{A381DB4F-035B-42AB-B1B9-A06D6657A87F}">
      <dgm:prSet/>
      <dgm:spPr/>
      <dgm:t>
        <a:bodyPr/>
        <a:lstStyle/>
        <a:p>
          <a:endParaRPr lang="en-US"/>
        </a:p>
      </dgm:t>
    </dgm:pt>
    <dgm:pt modelId="{FEAC8C4A-4EFF-6D4C-B006-03915678F54D}" type="pres">
      <dgm:prSet presAssocID="{8B5A7CA3-E5E9-4A9E-BAFA-F4635599890B}" presName="linear" presStyleCnt="0">
        <dgm:presLayoutVars>
          <dgm:animLvl val="lvl"/>
          <dgm:resizeHandles val="exact"/>
        </dgm:presLayoutVars>
      </dgm:prSet>
      <dgm:spPr/>
    </dgm:pt>
    <dgm:pt modelId="{67C5C8BB-908B-8447-876A-46138983E9E0}" type="pres">
      <dgm:prSet presAssocID="{48512563-5CD9-41AE-98AA-6FF22EC49AF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220C57-AA1C-1341-92FC-B86F029A4EDC}" type="pres">
      <dgm:prSet presAssocID="{23DB6ACF-AC52-4FBA-AA94-F39294E9B5FA}" presName="spacer" presStyleCnt="0"/>
      <dgm:spPr/>
    </dgm:pt>
    <dgm:pt modelId="{4F9F5BE4-871D-4A49-95FB-37541BEFB31E}" type="pres">
      <dgm:prSet presAssocID="{69553A97-695C-483F-A65D-9543163455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1943D2-CD73-4640-B0D0-2DEA05275EB4}" type="pres">
      <dgm:prSet presAssocID="{1CD90D14-8ABA-4C51-9BBD-3BAF75F3C1F6}" presName="spacer" presStyleCnt="0"/>
      <dgm:spPr/>
    </dgm:pt>
    <dgm:pt modelId="{8ACE5FC8-C9FD-8C4E-9E06-F75F9851BDEC}" type="pres">
      <dgm:prSet presAssocID="{42AB4A49-BD50-4D38-A49E-70806E30E3F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8E96A04-69CF-4708-9E38-A633F8677E10}" srcId="{8B5A7CA3-E5E9-4A9E-BAFA-F4635599890B}" destId="{69553A97-695C-483F-A65D-95431634553D}" srcOrd="1" destOrd="0" parTransId="{5AC4A8B7-3FC3-42FC-A7E7-966B009513C4}" sibTransId="{1CD90D14-8ABA-4C51-9BBD-3BAF75F3C1F6}"/>
    <dgm:cxn modelId="{A381DB4F-035B-42AB-B1B9-A06D6657A87F}" srcId="{8B5A7CA3-E5E9-4A9E-BAFA-F4635599890B}" destId="{42AB4A49-BD50-4D38-A49E-70806E30E3F5}" srcOrd="2" destOrd="0" parTransId="{D963E23F-B6EA-41B8-A81E-49CCD149ED2A}" sibTransId="{12289F90-DA44-4487-B58C-8C17263E98F9}"/>
    <dgm:cxn modelId="{DC139975-C6DC-6345-B54A-C0E575184310}" type="presOf" srcId="{48512563-5CD9-41AE-98AA-6FF22EC49AF8}" destId="{67C5C8BB-908B-8447-876A-46138983E9E0}" srcOrd="0" destOrd="0" presId="urn:microsoft.com/office/officeart/2005/8/layout/vList2"/>
    <dgm:cxn modelId="{44D25E7A-3F03-5448-A1C4-D0E89ED0BE29}" type="presOf" srcId="{42AB4A49-BD50-4D38-A49E-70806E30E3F5}" destId="{8ACE5FC8-C9FD-8C4E-9E06-F75F9851BDEC}" srcOrd="0" destOrd="0" presId="urn:microsoft.com/office/officeart/2005/8/layout/vList2"/>
    <dgm:cxn modelId="{78CC54B4-8BD7-BB44-AEDF-241D84E70E78}" type="presOf" srcId="{8B5A7CA3-E5E9-4A9E-BAFA-F4635599890B}" destId="{FEAC8C4A-4EFF-6D4C-B006-03915678F54D}" srcOrd="0" destOrd="0" presId="urn:microsoft.com/office/officeart/2005/8/layout/vList2"/>
    <dgm:cxn modelId="{A1F21ABC-E099-477B-87DF-13B363C8B692}" srcId="{8B5A7CA3-E5E9-4A9E-BAFA-F4635599890B}" destId="{48512563-5CD9-41AE-98AA-6FF22EC49AF8}" srcOrd="0" destOrd="0" parTransId="{54C48368-4861-4D4E-AD9F-BC4A73EF855B}" sibTransId="{23DB6ACF-AC52-4FBA-AA94-F39294E9B5FA}"/>
    <dgm:cxn modelId="{3CDDB3CC-874A-F14F-B4E7-31D40F6A0347}" type="presOf" srcId="{69553A97-695C-483F-A65D-95431634553D}" destId="{4F9F5BE4-871D-4A49-95FB-37541BEFB31E}" srcOrd="0" destOrd="0" presId="urn:microsoft.com/office/officeart/2005/8/layout/vList2"/>
    <dgm:cxn modelId="{9D010E66-4125-7A4A-B22E-0138AF5CC560}" type="presParOf" srcId="{FEAC8C4A-4EFF-6D4C-B006-03915678F54D}" destId="{67C5C8BB-908B-8447-876A-46138983E9E0}" srcOrd="0" destOrd="0" presId="urn:microsoft.com/office/officeart/2005/8/layout/vList2"/>
    <dgm:cxn modelId="{4367746C-DD09-0D47-B68E-E0DA3F7EB6A0}" type="presParOf" srcId="{FEAC8C4A-4EFF-6D4C-B006-03915678F54D}" destId="{1C220C57-AA1C-1341-92FC-B86F029A4EDC}" srcOrd="1" destOrd="0" presId="urn:microsoft.com/office/officeart/2005/8/layout/vList2"/>
    <dgm:cxn modelId="{742C4020-5CA1-8349-A72C-8BD63C6E513A}" type="presParOf" srcId="{FEAC8C4A-4EFF-6D4C-B006-03915678F54D}" destId="{4F9F5BE4-871D-4A49-95FB-37541BEFB31E}" srcOrd="2" destOrd="0" presId="urn:microsoft.com/office/officeart/2005/8/layout/vList2"/>
    <dgm:cxn modelId="{4D401575-EDBA-A74A-9A49-2CFA4756B548}" type="presParOf" srcId="{FEAC8C4A-4EFF-6D4C-B006-03915678F54D}" destId="{591943D2-CD73-4640-B0D0-2DEA05275EB4}" srcOrd="3" destOrd="0" presId="urn:microsoft.com/office/officeart/2005/8/layout/vList2"/>
    <dgm:cxn modelId="{2DC0AC1E-CEB6-2643-9D3F-54A5E31B0194}" type="presParOf" srcId="{FEAC8C4A-4EFF-6D4C-B006-03915678F54D}" destId="{8ACE5FC8-C9FD-8C4E-9E06-F75F9851BDE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A7153F7-733D-4F8E-BB85-1B960296717B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77AB1C8-FE09-4FA8-A9CC-C03342C39124}">
      <dgm:prSet/>
      <dgm:spPr/>
      <dgm:t>
        <a:bodyPr/>
        <a:lstStyle/>
        <a:p>
          <a:r>
            <a:rPr lang="en-US"/>
            <a:t>• Inconsistent HTML structures on CarWale</a:t>
          </a:r>
        </a:p>
      </dgm:t>
    </dgm:pt>
    <dgm:pt modelId="{C70E3F5F-01CA-4B47-B38A-FDBA35A00EC1}" type="parTrans" cxnId="{C45174ED-164E-4B43-B62B-1A0B164F43E4}">
      <dgm:prSet/>
      <dgm:spPr/>
      <dgm:t>
        <a:bodyPr/>
        <a:lstStyle/>
        <a:p>
          <a:endParaRPr lang="en-US"/>
        </a:p>
      </dgm:t>
    </dgm:pt>
    <dgm:pt modelId="{08C3A14A-C577-49B2-A2AA-C85710D86771}" type="sibTrans" cxnId="{C45174ED-164E-4B43-B62B-1A0B164F43E4}">
      <dgm:prSet/>
      <dgm:spPr/>
      <dgm:t>
        <a:bodyPr/>
        <a:lstStyle/>
        <a:p>
          <a:endParaRPr lang="en-US"/>
        </a:p>
      </dgm:t>
    </dgm:pt>
    <dgm:pt modelId="{B5618D59-C901-41A3-8F43-667624B06B5F}">
      <dgm:prSet/>
      <dgm:spPr/>
      <dgm:t>
        <a:bodyPr/>
        <a:lstStyle/>
        <a:p>
          <a:r>
            <a:rPr lang="en-US"/>
            <a:t>• Some missing or ambiguous values</a:t>
          </a:r>
        </a:p>
      </dgm:t>
    </dgm:pt>
    <dgm:pt modelId="{257230BD-DAB4-4335-80BA-659C1A3B2F6F}" type="parTrans" cxnId="{20A87932-51B3-46F2-A1FF-09455E8DB435}">
      <dgm:prSet/>
      <dgm:spPr/>
      <dgm:t>
        <a:bodyPr/>
        <a:lstStyle/>
        <a:p>
          <a:endParaRPr lang="en-US"/>
        </a:p>
      </dgm:t>
    </dgm:pt>
    <dgm:pt modelId="{AD692301-40A8-40C4-97CF-BC86FC6501E4}" type="sibTrans" cxnId="{20A87932-51B3-46F2-A1FF-09455E8DB435}">
      <dgm:prSet/>
      <dgm:spPr/>
      <dgm:t>
        <a:bodyPr/>
        <a:lstStyle/>
        <a:p>
          <a:endParaRPr lang="en-US"/>
        </a:p>
      </dgm:t>
    </dgm:pt>
    <dgm:pt modelId="{B5CD8B83-8B17-4682-ACEE-AA67F780E31E}">
      <dgm:prSet/>
      <dgm:spPr/>
      <dgm:t>
        <a:bodyPr/>
        <a:lstStyle/>
        <a:p>
          <a:r>
            <a:rPr lang="en-US"/>
            <a:t>• Normalizing price formats</a:t>
          </a:r>
        </a:p>
      </dgm:t>
    </dgm:pt>
    <dgm:pt modelId="{7D56D6F8-CF91-45AF-9299-E7506B4A3C48}" type="parTrans" cxnId="{DC37BEDE-9435-4CAA-86E4-5E65BF74600A}">
      <dgm:prSet/>
      <dgm:spPr/>
      <dgm:t>
        <a:bodyPr/>
        <a:lstStyle/>
        <a:p>
          <a:endParaRPr lang="en-US"/>
        </a:p>
      </dgm:t>
    </dgm:pt>
    <dgm:pt modelId="{905F09FF-F204-4446-AB05-5FCFF8187150}" type="sibTrans" cxnId="{DC37BEDE-9435-4CAA-86E4-5E65BF74600A}">
      <dgm:prSet/>
      <dgm:spPr/>
      <dgm:t>
        <a:bodyPr/>
        <a:lstStyle/>
        <a:p>
          <a:endParaRPr lang="en-US"/>
        </a:p>
      </dgm:t>
    </dgm:pt>
    <dgm:pt modelId="{622F2184-3DBE-49A1-A303-66D20F202AA8}">
      <dgm:prSet/>
      <dgm:spPr/>
      <dgm:t>
        <a:bodyPr/>
        <a:lstStyle/>
        <a:p>
          <a:r>
            <a:rPr lang="en-US"/>
            <a:t>• Cleaning and aligning categorical values</a:t>
          </a:r>
        </a:p>
      </dgm:t>
    </dgm:pt>
    <dgm:pt modelId="{E13B44CE-8BD0-4AAA-84A0-467CC82198C3}" type="parTrans" cxnId="{0D4750A3-52A4-4572-9B3D-6860856B1DC5}">
      <dgm:prSet/>
      <dgm:spPr/>
      <dgm:t>
        <a:bodyPr/>
        <a:lstStyle/>
        <a:p>
          <a:endParaRPr lang="en-US"/>
        </a:p>
      </dgm:t>
    </dgm:pt>
    <dgm:pt modelId="{8989F43B-DD1A-4B61-8792-AD1CA94F817E}" type="sibTrans" cxnId="{0D4750A3-52A4-4572-9B3D-6860856B1DC5}">
      <dgm:prSet/>
      <dgm:spPr/>
      <dgm:t>
        <a:bodyPr/>
        <a:lstStyle/>
        <a:p>
          <a:endParaRPr lang="en-US"/>
        </a:p>
      </dgm:t>
    </dgm:pt>
    <dgm:pt modelId="{AB663615-8068-A84C-9FAD-EDA5040B8DAE}" type="pres">
      <dgm:prSet presAssocID="{DA7153F7-733D-4F8E-BB85-1B960296717B}" presName="outerComposite" presStyleCnt="0">
        <dgm:presLayoutVars>
          <dgm:chMax val="5"/>
          <dgm:dir/>
          <dgm:resizeHandles val="exact"/>
        </dgm:presLayoutVars>
      </dgm:prSet>
      <dgm:spPr/>
    </dgm:pt>
    <dgm:pt modelId="{386159DE-2C7B-7C41-8004-E4F92859ED53}" type="pres">
      <dgm:prSet presAssocID="{DA7153F7-733D-4F8E-BB85-1B960296717B}" presName="dummyMaxCanvas" presStyleCnt="0">
        <dgm:presLayoutVars/>
      </dgm:prSet>
      <dgm:spPr/>
    </dgm:pt>
    <dgm:pt modelId="{D4EF041B-3427-9047-8CB3-338D3AA2DBEE}" type="pres">
      <dgm:prSet presAssocID="{DA7153F7-733D-4F8E-BB85-1B960296717B}" presName="FourNodes_1" presStyleLbl="node1" presStyleIdx="0" presStyleCnt="4">
        <dgm:presLayoutVars>
          <dgm:bulletEnabled val="1"/>
        </dgm:presLayoutVars>
      </dgm:prSet>
      <dgm:spPr/>
    </dgm:pt>
    <dgm:pt modelId="{3C11660C-B0FA-1A4D-878F-BF1DB207C20A}" type="pres">
      <dgm:prSet presAssocID="{DA7153F7-733D-4F8E-BB85-1B960296717B}" presName="FourNodes_2" presStyleLbl="node1" presStyleIdx="1" presStyleCnt="4">
        <dgm:presLayoutVars>
          <dgm:bulletEnabled val="1"/>
        </dgm:presLayoutVars>
      </dgm:prSet>
      <dgm:spPr/>
    </dgm:pt>
    <dgm:pt modelId="{622FF25B-E579-DE4B-9E10-D00AEB6E820C}" type="pres">
      <dgm:prSet presAssocID="{DA7153F7-733D-4F8E-BB85-1B960296717B}" presName="FourNodes_3" presStyleLbl="node1" presStyleIdx="2" presStyleCnt="4">
        <dgm:presLayoutVars>
          <dgm:bulletEnabled val="1"/>
        </dgm:presLayoutVars>
      </dgm:prSet>
      <dgm:spPr/>
    </dgm:pt>
    <dgm:pt modelId="{F50D4A1F-6868-1A40-9BB6-382E888251F7}" type="pres">
      <dgm:prSet presAssocID="{DA7153F7-733D-4F8E-BB85-1B960296717B}" presName="FourNodes_4" presStyleLbl="node1" presStyleIdx="3" presStyleCnt="4">
        <dgm:presLayoutVars>
          <dgm:bulletEnabled val="1"/>
        </dgm:presLayoutVars>
      </dgm:prSet>
      <dgm:spPr/>
    </dgm:pt>
    <dgm:pt modelId="{E87E8A43-328B-CC4E-BD04-EE33CA7E375B}" type="pres">
      <dgm:prSet presAssocID="{DA7153F7-733D-4F8E-BB85-1B960296717B}" presName="FourConn_1-2" presStyleLbl="fgAccFollowNode1" presStyleIdx="0" presStyleCnt="3">
        <dgm:presLayoutVars>
          <dgm:bulletEnabled val="1"/>
        </dgm:presLayoutVars>
      </dgm:prSet>
      <dgm:spPr/>
    </dgm:pt>
    <dgm:pt modelId="{B98D7D83-29C9-C64A-8224-D975A90A5EFC}" type="pres">
      <dgm:prSet presAssocID="{DA7153F7-733D-4F8E-BB85-1B960296717B}" presName="FourConn_2-3" presStyleLbl="fgAccFollowNode1" presStyleIdx="1" presStyleCnt="3">
        <dgm:presLayoutVars>
          <dgm:bulletEnabled val="1"/>
        </dgm:presLayoutVars>
      </dgm:prSet>
      <dgm:spPr/>
    </dgm:pt>
    <dgm:pt modelId="{4EA97F44-3A24-4F48-A0B4-F8BA6B417A71}" type="pres">
      <dgm:prSet presAssocID="{DA7153F7-733D-4F8E-BB85-1B960296717B}" presName="FourConn_3-4" presStyleLbl="fgAccFollowNode1" presStyleIdx="2" presStyleCnt="3">
        <dgm:presLayoutVars>
          <dgm:bulletEnabled val="1"/>
        </dgm:presLayoutVars>
      </dgm:prSet>
      <dgm:spPr/>
    </dgm:pt>
    <dgm:pt modelId="{44F54CDB-33A6-7B46-9559-8346302D31F9}" type="pres">
      <dgm:prSet presAssocID="{DA7153F7-733D-4F8E-BB85-1B960296717B}" presName="FourNodes_1_text" presStyleLbl="node1" presStyleIdx="3" presStyleCnt="4">
        <dgm:presLayoutVars>
          <dgm:bulletEnabled val="1"/>
        </dgm:presLayoutVars>
      </dgm:prSet>
      <dgm:spPr/>
    </dgm:pt>
    <dgm:pt modelId="{0802B0C9-DF1D-634B-B7CA-FE51FA71719E}" type="pres">
      <dgm:prSet presAssocID="{DA7153F7-733D-4F8E-BB85-1B960296717B}" presName="FourNodes_2_text" presStyleLbl="node1" presStyleIdx="3" presStyleCnt="4">
        <dgm:presLayoutVars>
          <dgm:bulletEnabled val="1"/>
        </dgm:presLayoutVars>
      </dgm:prSet>
      <dgm:spPr/>
    </dgm:pt>
    <dgm:pt modelId="{4A78E700-27B0-9644-90AC-64D86B9F0ED6}" type="pres">
      <dgm:prSet presAssocID="{DA7153F7-733D-4F8E-BB85-1B960296717B}" presName="FourNodes_3_text" presStyleLbl="node1" presStyleIdx="3" presStyleCnt="4">
        <dgm:presLayoutVars>
          <dgm:bulletEnabled val="1"/>
        </dgm:presLayoutVars>
      </dgm:prSet>
      <dgm:spPr/>
    </dgm:pt>
    <dgm:pt modelId="{9DD4D94A-73BC-ED48-B4F5-1B6E20140489}" type="pres">
      <dgm:prSet presAssocID="{DA7153F7-733D-4F8E-BB85-1B960296717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5039E05-53E9-2045-B9F6-8B3B4462AFC3}" type="presOf" srcId="{905F09FF-F204-4446-AB05-5FCFF8187150}" destId="{4EA97F44-3A24-4F48-A0B4-F8BA6B417A71}" srcOrd="0" destOrd="0" presId="urn:microsoft.com/office/officeart/2005/8/layout/vProcess5"/>
    <dgm:cxn modelId="{FFEAE021-0CA3-9F40-838F-96C3D074A76A}" type="presOf" srcId="{B5CD8B83-8B17-4682-ACEE-AA67F780E31E}" destId="{4A78E700-27B0-9644-90AC-64D86B9F0ED6}" srcOrd="1" destOrd="0" presId="urn:microsoft.com/office/officeart/2005/8/layout/vProcess5"/>
    <dgm:cxn modelId="{20A87932-51B3-46F2-A1FF-09455E8DB435}" srcId="{DA7153F7-733D-4F8E-BB85-1B960296717B}" destId="{B5618D59-C901-41A3-8F43-667624B06B5F}" srcOrd="1" destOrd="0" parTransId="{257230BD-DAB4-4335-80BA-659C1A3B2F6F}" sibTransId="{AD692301-40A8-40C4-97CF-BC86FC6501E4}"/>
    <dgm:cxn modelId="{B7C4F135-DB3D-264F-8D1F-1A07D1F0453B}" type="presOf" srcId="{877AB1C8-FE09-4FA8-A9CC-C03342C39124}" destId="{44F54CDB-33A6-7B46-9559-8346302D31F9}" srcOrd="1" destOrd="0" presId="urn:microsoft.com/office/officeart/2005/8/layout/vProcess5"/>
    <dgm:cxn modelId="{A134BA5C-84AB-D341-8623-A3B4CA8B072D}" type="presOf" srcId="{622F2184-3DBE-49A1-A303-66D20F202AA8}" destId="{F50D4A1F-6868-1A40-9BB6-382E888251F7}" srcOrd="0" destOrd="0" presId="urn:microsoft.com/office/officeart/2005/8/layout/vProcess5"/>
    <dgm:cxn modelId="{EC3DA274-8E82-F44B-B2B9-8A6BB215A40D}" type="presOf" srcId="{08C3A14A-C577-49B2-A2AA-C85710D86771}" destId="{E87E8A43-328B-CC4E-BD04-EE33CA7E375B}" srcOrd="0" destOrd="0" presId="urn:microsoft.com/office/officeart/2005/8/layout/vProcess5"/>
    <dgm:cxn modelId="{B6199080-5C31-DE4A-8365-DFB1A69714EB}" type="presOf" srcId="{B5618D59-C901-41A3-8F43-667624B06B5F}" destId="{0802B0C9-DF1D-634B-B7CA-FE51FA71719E}" srcOrd="1" destOrd="0" presId="urn:microsoft.com/office/officeart/2005/8/layout/vProcess5"/>
    <dgm:cxn modelId="{9997DBA1-D604-094B-9D13-5B257B560BB7}" type="presOf" srcId="{622F2184-3DBE-49A1-A303-66D20F202AA8}" destId="{9DD4D94A-73BC-ED48-B4F5-1B6E20140489}" srcOrd="1" destOrd="0" presId="urn:microsoft.com/office/officeart/2005/8/layout/vProcess5"/>
    <dgm:cxn modelId="{0D4750A3-52A4-4572-9B3D-6860856B1DC5}" srcId="{DA7153F7-733D-4F8E-BB85-1B960296717B}" destId="{622F2184-3DBE-49A1-A303-66D20F202AA8}" srcOrd="3" destOrd="0" parTransId="{E13B44CE-8BD0-4AAA-84A0-467CC82198C3}" sibTransId="{8989F43B-DD1A-4B61-8792-AD1CA94F817E}"/>
    <dgm:cxn modelId="{F80E2FB1-DB0F-A944-A293-8F8787EFD0B2}" type="presOf" srcId="{877AB1C8-FE09-4FA8-A9CC-C03342C39124}" destId="{D4EF041B-3427-9047-8CB3-338D3AA2DBEE}" srcOrd="0" destOrd="0" presId="urn:microsoft.com/office/officeart/2005/8/layout/vProcess5"/>
    <dgm:cxn modelId="{565008BB-5658-9F49-8000-14266EDA63FC}" type="presOf" srcId="{DA7153F7-733D-4F8E-BB85-1B960296717B}" destId="{AB663615-8068-A84C-9FAD-EDA5040B8DAE}" srcOrd="0" destOrd="0" presId="urn:microsoft.com/office/officeart/2005/8/layout/vProcess5"/>
    <dgm:cxn modelId="{693191D8-84B8-2940-B6FA-92561A37019F}" type="presOf" srcId="{B5618D59-C901-41A3-8F43-667624B06B5F}" destId="{3C11660C-B0FA-1A4D-878F-BF1DB207C20A}" srcOrd="0" destOrd="0" presId="urn:microsoft.com/office/officeart/2005/8/layout/vProcess5"/>
    <dgm:cxn modelId="{3914A6DB-969D-1347-BE78-84960DDC7ECA}" type="presOf" srcId="{AD692301-40A8-40C4-97CF-BC86FC6501E4}" destId="{B98D7D83-29C9-C64A-8224-D975A90A5EFC}" srcOrd="0" destOrd="0" presId="urn:microsoft.com/office/officeart/2005/8/layout/vProcess5"/>
    <dgm:cxn modelId="{DC37BEDE-9435-4CAA-86E4-5E65BF74600A}" srcId="{DA7153F7-733D-4F8E-BB85-1B960296717B}" destId="{B5CD8B83-8B17-4682-ACEE-AA67F780E31E}" srcOrd="2" destOrd="0" parTransId="{7D56D6F8-CF91-45AF-9299-E7506B4A3C48}" sibTransId="{905F09FF-F204-4446-AB05-5FCFF8187150}"/>
    <dgm:cxn modelId="{C45174ED-164E-4B43-B62B-1A0B164F43E4}" srcId="{DA7153F7-733D-4F8E-BB85-1B960296717B}" destId="{877AB1C8-FE09-4FA8-A9CC-C03342C39124}" srcOrd="0" destOrd="0" parTransId="{C70E3F5F-01CA-4B47-B38A-FDBA35A00EC1}" sibTransId="{08C3A14A-C577-49B2-A2AA-C85710D86771}"/>
    <dgm:cxn modelId="{CFA861FC-6AAD-4748-B6E3-23D2324B5E73}" type="presOf" srcId="{B5CD8B83-8B17-4682-ACEE-AA67F780E31E}" destId="{622FF25B-E579-DE4B-9E10-D00AEB6E820C}" srcOrd="0" destOrd="0" presId="urn:microsoft.com/office/officeart/2005/8/layout/vProcess5"/>
    <dgm:cxn modelId="{707D2D2F-26A4-F648-8A3D-87FBA2B5C754}" type="presParOf" srcId="{AB663615-8068-A84C-9FAD-EDA5040B8DAE}" destId="{386159DE-2C7B-7C41-8004-E4F92859ED53}" srcOrd="0" destOrd="0" presId="urn:microsoft.com/office/officeart/2005/8/layout/vProcess5"/>
    <dgm:cxn modelId="{D073AA9B-24B1-DC4B-834A-D47295639028}" type="presParOf" srcId="{AB663615-8068-A84C-9FAD-EDA5040B8DAE}" destId="{D4EF041B-3427-9047-8CB3-338D3AA2DBEE}" srcOrd="1" destOrd="0" presId="urn:microsoft.com/office/officeart/2005/8/layout/vProcess5"/>
    <dgm:cxn modelId="{94480913-E806-2042-B514-32095F8EAAF7}" type="presParOf" srcId="{AB663615-8068-A84C-9FAD-EDA5040B8DAE}" destId="{3C11660C-B0FA-1A4D-878F-BF1DB207C20A}" srcOrd="2" destOrd="0" presId="urn:microsoft.com/office/officeart/2005/8/layout/vProcess5"/>
    <dgm:cxn modelId="{B94F4AC4-C767-6447-8BBD-4C6941E5E450}" type="presParOf" srcId="{AB663615-8068-A84C-9FAD-EDA5040B8DAE}" destId="{622FF25B-E579-DE4B-9E10-D00AEB6E820C}" srcOrd="3" destOrd="0" presId="urn:microsoft.com/office/officeart/2005/8/layout/vProcess5"/>
    <dgm:cxn modelId="{356178C0-B257-024F-AF82-FC4FB329696C}" type="presParOf" srcId="{AB663615-8068-A84C-9FAD-EDA5040B8DAE}" destId="{F50D4A1F-6868-1A40-9BB6-382E888251F7}" srcOrd="4" destOrd="0" presId="urn:microsoft.com/office/officeart/2005/8/layout/vProcess5"/>
    <dgm:cxn modelId="{C51F8968-EC96-B64E-B90F-6A0541D3B7F3}" type="presParOf" srcId="{AB663615-8068-A84C-9FAD-EDA5040B8DAE}" destId="{E87E8A43-328B-CC4E-BD04-EE33CA7E375B}" srcOrd="5" destOrd="0" presId="urn:microsoft.com/office/officeart/2005/8/layout/vProcess5"/>
    <dgm:cxn modelId="{0FD7AE8B-430E-9145-A6CF-828D76391FB2}" type="presParOf" srcId="{AB663615-8068-A84C-9FAD-EDA5040B8DAE}" destId="{B98D7D83-29C9-C64A-8224-D975A90A5EFC}" srcOrd="6" destOrd="0" presId="urn:microsoft.com/office/officeart/2005/8/layout/vProcess5"/>
    <dgm:cxn modelId="{53CE866D-AFF6-A947-80A9-D0FE16A20C64}" type="presParOf" srcId="{AB663615-8068-A84C-9FAD-EDA5040B8DAE}" destId="{4EA97F44-3A24-4F48-A0B4-F8BA6B417A71}" srcOrd="7" destOrd="0" presId="urn:microsoft.com/office/officeart/2005/8/layout/vProcess5"/>
    <dgm:cxn modelId="{CD01A4DB-DE76-074B-85A3-6BFDB4B512F2}" type="presParOf" srcId="{AB663615-8068-A84C-9FAD-EDA5040B8DAE}" destId="{44F54CDB-33A6-7B46-9559-8346302D31F9}" srcOrd="8" destOrd="0" presId="urn:microsoft.com/office/officeart/2005/8/layout/vProcess5"/>
    <dgm:cxn modelId="{037E8DE2-35F1-AC45-A993-76DFAA0A6AB9}" type="presParOf" srcId="{AB663615-8068-A84C-9FAD-EDA5040B8DAE}" destId="{0802B0C9-DF1D-634B-B7CA-FE51FA71719E}" srcOrd="9" destOrd="0" presId="urn:microsoft.com/office/officeart/2005/8/layout/vProcess5"/>
    <dgm:cxn modelId="{FB1D5A13-CD3B-6649-8A81-484BB4C9607A}" type="presParOf" srcId="{AB663615-8068-A84C-9FAD-EDA5040B8DAE}" destId="{4A78E700-27B0-9644-90AC-64D86B9F0ED6}" srcOrd="10" destOrd="0" presId="urn:microsoft.com/office/officeart/2005/8/layout/vProcess5"/>
    <dgm:cxn modelId="{6408BB87-8D1D-674A-8E68-83F80447AAD8}" type="presParOf" srcId="{AB663615-8068-A84C-9FAD-EDA5040B8DAE}" destId="{9DD4D94A-73BC-ED48-B4F5-1B6E2014048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B9B96-C265-4B3F-AB5A-ECDB8D71A1AD}">
      <dsp:nvSpPr>
        <dsp:cNvPr id="0" name=""/>
        <dsp:cNvSpPr/>
      </dsp:nvSpPr>
      <dsp:spPr>
        <a:xfrm>
          <a:off x="0" y="1404"/>
          <a:ext cx="7598568" cy="7119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3365E-4F5F-447D-B4DA-11EBAB2D32C5}">
      <dsp:nvSpPr>
        <dsp:cNvPr id="0" name=""/>
        <dsp:cNvSpPr/>
      </dsp:nvSpPr>
      <dsp:spPr>
        <a:xfrm>
          <a:off x="215379" y="161604"/>
          <a:ext cx="391598" cy="3915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61317-EFE2-421C-985B-5AA6F65A5EC8}">
      <dsp:nvSpPr>
        <dsp:cNvPr id="0" name=""/>
        <dsp:cNvSpPr/>
      </dsp:nvSpPr>
      <dsp:spPr>
        <a:xfrm>
          <a:off x="822357" y="1404"/>
          <a:ext cx="6776210" cy="71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353" tIns="75353" rIns="75353" bIns="753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Lack of transparent pricing for used cars</a:t>
          </a:r>
        </a:p>
      </dsp:txBody>
      <dsp:txXfrm>
        <a:off x="822357" y="1404"/>
        <a:ext cx="6776210" cy="711997"/>
      </dsp:txXfrm>
    </dsp:sp>
    <dsp:sp modelId="{69BB06E1-9709-4CBD-BAEC-D4A83E55CB17}">
      <dsp:nvSpPr>
        <dsp:cNvPr id="0" name=""/>
        <dsp:cNvSpPr/>
      </dsp:nvSpPr>
      <dsp:spPr>
        <a:xfrm>
          <a:off x="0" y="891402"/>
          <a:ext cx="7598568" cy="7119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2615-C02A-4AFF-AE96-68713D49D268}">
      <dsp:nvSpPr>
        <dsp:cNvPr id="0" name=""/>
        <dsp:cNvSpPr/>
      </dsp:nvSpPr>
      <dsp:spPr>
        <a:xfrm>
          <a:off x="215379" y="1051601"/>
          <a:ext cx="391598" cy="3915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C7A54-F6D6-4F7E-8DA2-C1696F07AF70}">
      <dsp:nvSpPr>
        <dsp:cNvPr id="0" name=""/>
        <dsp:cNvSpPr/>
      </dsp:nvSpPr>
      <dsp:spPr>
        <a:xfrm>
          <a:off x="822357" y="891402"/>
          <a:ext cx="6776210" cy="71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353" tIns="75353" rIns="75353" bIns="753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Buyers struggle to compare models across brands and locations</a:t>
          </a:r>
        </a:p>
      </dsp:txBody>
      <dsp:txXfrm>
        <a:off x="822357" y="891402"/>
        <a:ext cx="6776210" cy="711997"/>
      </dsp:txXfrm>
    </dsp:sp>
    <dsp:sp modelId="{EC930495-FFCB-4858-A766-01F992E5F832}">
      <dsp:nvSpPr>
        <dsp:cNvPr id="0" name=""/>
        <dsp:cNvSpPr/>
      </dsp:nvSpPr>
      <dsp:spPr>
        <a:xfrm>
          <a:off x="0" y="1781399"/>
          <a:ext cx="7598568" cy="7119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2B30B-F8D2-47E5-BE54-01B219D8CDAC}">
      <dsp:nvSpPr>
        <dsp:cNvPr id="0" name=""/>
        <dsp:cNvSpPr/>
      </dsp:nvSpPr>
      <dsp:spPr>
        <a:xfrm>
          <a:off x="215379" y="1941598"/>
          <a:ext cx="391598" cy="3915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95201-8417-4604-BE67-36FD806A1EA0}">
      <dsp:nvSpPr>
        <dsp:cNvPr id="0" name=""/>
        <dsp:cNvSpPr/>
      </dsp:nvSpPr>
      <dsp:spPr>
        <a:xfrm>
          <a:off x="822357" y="1781399"/>
          <a:ext cx="6776210" cy="71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353" tIns="75353" rIns="75353" bIns="753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No centralized view of EMI trends or fuel type value</a:t>
          </a:r>
        </a:p>
      </dsp:txBody>
      <dsp:txXfrm>
        <a:off x="822357" y="1781399"/>
        <a:ext cx="6776210" cy="711997"/>
      </dsp:txXfrm>
    </dsp:sp>
    <dsp:sp modelId="{73E15CD1-1E1F-4138-8842-BA75CD0D3C54}">
      <dsp:nvSpPr>
        <dsp:cNvPr id="0" name=""/>
        <dsp:cNvSpPr/>
      </dsp:nvSpPr>
      <dsp:spPr>
        <a:xfrm>
          <a:off x="0" y="2671396"/>
          <a:ext cx="7598568" cy="7119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6AB215-6F59-4ABD-966C-E4C278B39448}">
      <dsp:nvSpPr>
        <dsp:cNvPr id="0" name=""/>
        <dsp:cNvSpPr/>
      </dsp:nvSpPr>
      <dsp:spPr>
        <a:xfrm>
          <a:off x="215379" y="2831595"/>
          <a:ext cx="391598" cy="3915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53640-5C95-4900-B611-96AA3024F7C7}">
      <dsp:nvSpPr>
        <dsp:cNvPr id="0" name=""/>
        <dsp:cNvSpPr/>
      </dsp:nvSpPr>
      <dsp:spPr>
        <a:xfrm>
          <a:off x="822357" y="2671396"/>
          <a:ext cx="6776210" cy="71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353" tIns="75353" rIns="75353" bIns="753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Data analytics helps simplify decision-making</a:t>
          </a:r>
        </a:p>
      </dsp:txBody>
      <dsp:txXfrm>
        <a:off x="822357" y="2671396"/>
        <a:ext cx="6776210" cy="7119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B2FEE-8250-43B0-90CB-23F7A173409B}">
      <dsp:nvSpPr>
        <dsp:cNvPr id="0" name=""/>
        <dsp:cNvSpPr/>
      </dsp:nvSpPr>
      <dsp:spPr>
        <a:xfrm>
          <a:off x="0" y="3841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89CC37-6425-4621-801D-6B183D405A8B}">
      <dsp:nvSpPr>
        <dsp:cNvPr id="0" name=""/>
        <dsp:cNvSpPr/>
      </dsp:nvSpPr>
      <dsp:spPr>
        <a:xfrm>
          <a:off x="247522" y="187948"/>
          <a:ext cx="450040" cy="4500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2C6A8-AF87-40DB-83DC-8EFED0F905A2}">
      <dsp:nvSpPr>
        <dsp:cNvPr id="0" name=""/>
        <dsp:cNvSpPr/>
      </dsp:nvSpPr>
      <dsp:spPr>
        <a:xfrm>
          <a:off x="945084" y="3841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Scrape data from CarWale</a:t>
          </a:r>
        </a:p>
      </dsp:txBody>
      <dsp:txXfrm>
        <a:off x="945084" y="3841"/>
        <a:ext cx="3469634" cy="818254"/>
      </dsp:txXfrm>
    </dsp:sp>
    <dsp:sp modelId="{353E8729-F78A-4999-ACBA-3299135876B0}">
      <dsp:nvSpPr>
        <dsp:cNvPr id="0" name=""/>
        <dsp:cNvSpPr/>
      </dsp:nvSpPr>
      <dsp:spPr>
        <a:xfrm>
          <a:off x="0" y="1026659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B9FB4-29B9-4666-A0FE-7C0E9CF01450}">
      <dsp:nvSpPr>
        <dsp:cNvPr id="0" name=""/>
        <dsp:cNvSpPr/>
      </dsp:nvSpPr>
      <dsp:spPr>
        <a:xfrm>
          <a:off x="247522" y="1210767"/>
          <a:ext cx="450040" cy="4500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D8EED-4989-4024-8E38-680B1C157550}">
      <dsp:nvSpPr>
        <dsp:cNvPr id="0" name=""/>
        <dsp:cNvSpPr/>
      </dsp:nvSpPr>
      <dsp:spPr>
        <a:xfrm>
          <a:off x="945084" y="1026659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Clean and process data</a:t>
          </a:r>
        </a:p>
      </dsp:txBody>
      <dsp:txXfrm>
        <a:off x="945084" y="1026659"/>
        <a:ext cx="3469634" cy="818254"/>
      </dsp:txXfrm>
    </dsp:sp>
    <dsp:sp modelId="{312568A6-FF6C-4B73-93DB-08FEA8F410D3}">
      <dsp:nvSpPr>
        <dsp:cNvPr id="0" name=""/>
        <dsp:cNvSpPr/>
      </dsp:nvSpPr>
      <dsp:spPr>
        <a:xfrm>
          <a:off x="0" y="2049478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F6E8D-35EA-42F9-A094-22E52638C6B2}">
      <dsp:nvSpPr>
        <dsp:cNvPr id="0" name=""/>
        <dsp:cNvSpPr/>
      </dsp:nvSpPr>
      <dsp:spPr>
        <a:xfrm>
          <a:off x="247522" y="2233585"/>
          <a:ext cx="450040" cy="4500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ED28E-15E2-402E-B838-6950C7FD83E5}">
      <dsp:nvSpPr>
        <dsp:cNvPr id="0" name=""/>
        <dsp:cNvSpPr/>
      </dsp:nvSpPr>
      <dsp:spPr>
        <a:xfrm>
          <a:off x="945084" y="2049478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Visualize and analyze pricing patterns</a:t>
          </a:r>
        </a:p>
      </dsp:txBody>
      <dsp:txXfrm>
        <a:off x="945084" y="2049478"/>
        <a:ext cx="3469634" cy="818254"/>
      </dsp:txXfrm>
    </dsp:sp>
    <dsp:sp modelId="{13950FDA-C954-429F-8C8D-13B4A126068A}">
      <dsp:nvSpPr>
        <dsp:cNvPr id="0" name=""/>
        <dsp:cNvSpPr/>
      </dsp:nvSpPr>
      <dsp:spPr>
        <a:xfrm>
          <a:off x="0" y="3072296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13A70-99E0-4616-B8B9-7B8321967061}">
      <dsp:nvSpPr>
        <dsp:cNvPr id="0" name=""/>
        <dsp:cNvSpPr/>
      </dsp:nvSpPr>
      <dsp:spPr>
        <a:xfrm>
          <a:off x="247522" y="3256403"/>
          <a:ext cx="450040" cy="4500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9DD9D-6516-4BE5-9ED8-F39648077745}">
      <dsp:nvSpPr>
        <dsp:cNvPr id="0" name=""/>
        <dsp:cNvSpPr/>
      </dsp:nvSpPr>
      <dsp:spPr>
        <a:xfrm>
          <a:off x="945084" y="3072296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Identify affordable, high-quality used cars</a:t>
          </a:r>
        </a:p>
      </dsp:txBody>
      <dsp:txXfrm>
        <a:off x="945084" y="3072296"/>
        <a:ext cx="3469634" cy="818254"/>
      </dsp:txXfrm>
    </dsp:sp>
    <dsp:sp modelId="{7D997782-7FF5-427F-9B86-2D8A3077AF0B}">
      <dsp:nvSpPr>
        <dsp:cNvPr id="0" name=""/>
        <dsp:cNvSpPr/>
      </dsp:nvSpPr>
      <dsp:spPr>
        <a:xfrm>
          <a:off x="0" y="4095114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E67730-7789-4D8A-A47A-76E5CD38C70F}">
      <dsp:nvSpPr>
        <dsp:cNvPr id="0" name=""/>
        <dsp:cNvSpPr/>
      </dsp:nvSpPr>
      <dsp:spPr>
        <a:xfrm>
          <a:off x="247522" y="4279222"/>
          <a:ext cx="450040" cy="45004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9A3BF-9F02-4B83-BAC2-803F1D7C4C1F}">
      <dsp:nvSpPr>
        <dsp:cNvPr id="0" name=""/>
        <dsp:cNvSpPr/>
      </dsp:nvSpPr>
      <dsp:spPr>
        <a:xfrm>
          <a:off x="945084" y="4095114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Assist buyers with informed choices</a:t>
          </a:r>
        </a:p>
      </dsp:txBody>
      <dsp:txXfrm>
        <a:off x="945084" y="4095114"/>
        <a:ext cx="3469634" cy="8182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02DE5-04DB-5546-89DF-33DA143F1594}">
      <dsp:nvSpPr>
        <dsp:cNvPr id="0" name=""/>
        <dsp:cNvSpPr/>
      </dsp:nvSpPr>
      <dsp:spPr>
        <a:xfrm>
          <a:off x="0" y="0"/>
          <a:ext cx="5662295" cy="8195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Data Collection: Web scraping</a:t>
          </a:r>
        </a:p>
      </dsp:txBody>
      <dsp:txXfrm>
        <a:off x="24004" y="24004"/>
        <a:ext cx="4708658" cy="771565"/>
      </dsp:txXfrm>
    </dsp:sp>
    <dsp:sp modelId="{D0DB5B6B-A4AB-EB4B-AE12-793B24B8F086}">
      <dsp:nvSpPr>
        <dsp:cNvPr id="0" name=""/>
        <dsp:cNvSpPr/>
      </dsp:nvSpPr>
      <dsp:spPr>
        <a:xfrm>
          <a:off x="474217" y="968586"/>
          <a:ext cx="5662295" cy="819573"/>
        </a:xfrm>
        <a:prstGeom prst="roundRect">
          <a:avLst>
            <a:gd name="adj" fmla="val 10000"/>
          </a:avLst>
        </a:prstGeom>
        <a:solidFill>
          <a:schemeClr val="accent5">
            <a:hueOff val="-1721492"/>
            <a:satOff val="-9408"/>
            <a:lumOff val="-163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Data Cleaning: Handling nulls, duplicates, formatting</a:t>
          </a:r>
        </a:p>
      </dsp:txBody>
      <dsp:txXfrm>
        <a:off x="498221" y="992590"/>
        <a:ext cx="4607347" cy="771565"/>
      </dsp:txXfrm>
    </dsp:sp>
    <dsp:sp modelId="{D1BC6C5A-EE5C-DD42-8364-1DD15F981EAC}">
      <dsp:nvSpPr>
        <dsp:cNvPr id="0" name=""/>
        <dsp:cNvSpPr/>
      </dsp:nvSpPr>
      <dsp:spPr>
        <a:xfrm>
          <a:off x="941356" y="1937173"/>
          <a:ext cx="5662295" cy="819573"/>
        </a:xfrm>
        <a:prstGeom prst="roundRect">
          <a:avLst>
            <a:gd name="adj" fmla="val 10000"/>
          </a:avLst>
        </a:prstGeom>
        <a:solidFill>
          <a:schemeClr val="accent5">
            <a:hueOff val="-3442985"/>
            <a:satOff val="-18815"/>
            <a:lumOff val="-326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Data Analysis: Brand/fuel/EMI-based comparisons</a:t>
          </a:r>
        </a:p>
      </dsp:txBody>
      <dsp:txXfrm>
        <a:off x="965360" y="1961177"/>
        <a:ext cx="4614425" cy="771565"/>
      </dsp:txXfrm>
    </dsp:sp>
    <dsp:sp modelId="{49EB1B99-FED1-3142-8387-34276A88C568}">
      <dsp:nvSpPr>
        <dsp:cNvPr id="0" name=""/>
        <dsp:cNvSpPr/>
      </dsp:nvSpPr>
      <dsp:spPr>
        <a:xfrm>
          <a:off x="1415573" y="2905759"/>
          <a:ext cx="5662295" cy="819573"/>
        </a:xfrm>
        <a:prstGeom prst="roundRect">
          <a:avLst>
            <a:gd name="adj" fmla="val 10000"/>
          </a:avLst>
        </a:prstGeom>
        <a:solidFill>
          <a:schemeClr val="accent5">
            <a:hueOff val="-5164477"/>
            <a:satOff val="-28223"/>
            <a:lumOff val="-490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Visualization: Using Matplotlib, Seaborn, Plotly</a:t>
          </a:r>
        </a:p>
      </dsp:txBody>
      <dsp:txXfrm>
        <a:off x="1439577" y="2929763"/>
        <a:ext cx="4607347" cy="771565"/>
      </dsp:txXfrm>
    </dsp:sp>
    <dsp:sp modelId="{36D5DC69-0D40-F74D-BE58-59AAD7686D06}">
      <dsp:nvSpPr>
        <dsp:cNvPr id="0" name=""/>
        <dsp:cNvSpPr/>
      </dsp:nvSpPr>
      <dsp:spPr>
        <a:xfrm>
          <a:off x="5129572" y="627718"/>
          <a:ext cx="532722" cy="53272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249434" y="627718"/>
        <a:ext cx="292998" cy="400873"/>
      </dsp:txXfrm>
    </dsp:sp>
    <dsp:sp modelId="{D839D902-90A9-F444-8EA4-7FC6AEEED638}">
      <dsp:nvSpPr>
        <dsp:cNvPr id="0" name=""/>
        <dsp:cNvSpPr/>
      </dsp:nvSpPr>
      <dsp:spPr>
        <a:xfrm>
          <a:off x="5603789" y="1596305"/>
          <a:ext cx="532722" cy="53272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2318100"/>
            <a:satOff val="-14966"/>
            <a:lumOff val="-98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723651" y="1596305"/>
        <a:ext cx="292998" cy="400873"/>
      </dsp:txXfrm>
    </dsp:sp>
    <dsp:sp modelId="{D959ADCB-F914-8D46-8000-148E85EA1DC3}">
      <dsp:nvSpPr>
        <dsp:cNvPr id="0" name=""/>
        <dsp:cNvSpPr/>
      </dsp:nvSpPr>
      <dsp:spPr>
        <a:xfrm>
          <a:off x="6070929" y="2564891"/>
          <a:ext cx="532722" cy="53272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4636200"/>
            <a:satOff val="-29933"/>
            <a:lumOff val="-196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90791" y="2564891"/>
        <a:ext cx="292998" cy="4008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86244-D25E-6040-916A-DE32814E627C}">
      <dsp:nvSpPr>
        <dsp:cNvPr id="0" name=""/>
        <dsp:cNvSpPr/>
      </dsp:nvSpPr>
      <dsp:spPr>
        <a:xfrm>
          <a:off x="0" y="19871"/>
          <a:ext cx="4908899" cy="1539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Python: Pandas, NumPy, BeautifulSoup, Matplotlib, Seaborn, Plotly</a:t>
          </a:r>
        </a:p>
      </dsp:txBody>
      <dsp:txXfrm>
        <a:off x="75163" y="95034"/>
        <a:ext cx="4758573" cy="1389393"/>
      </dsp:txXfrm>
    </dsp:sp>
    <dsp:sp modelId="{3BD9AF1E-EACD-2F42-8EB0-1CFD9D5896A5}">
      <dsp:nvSpPr>
        <dsp:cNvPr id="0" name=""/>
        <dsp:cNvSpPr/>
      </dsp:nvSpPr>
      <dsp:spPr>
        <a:xfrm>
          <a:off x="0" y="1640231"/>
          <a:ext cx="4908899" cy="1539719"/>
        </a:xfrm>
        <a:prstGeom prst="roundRect">
          <a:avLst/>
        </a:prstGeom>
        <a:gradFill rotWithShape="0">
          <a:gsLst>
            <a:gs pos="0">
              <a:schemeClr val="accent2">
                <a:hueOff val="-4152713"/>
                <a:satOff val="-19728"/>
                <a:lumOff val="-6176"/>
                <a:alphaOff val="0"/>
                <a:tint val="98000"/>
                <a:lumMod val="100000"/>
              </a:schemeClr>
            </a:gs>
            <a:gs pos="100000">
              <a:schemeClr val="accent2">
                <a:hueOff val="-4152713"/>
                <a:satOff val="-19728"/>
                <a:lumOff val="-6176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Jupyter Notebook</a:t>
          </a:r>
        </a:p>
      </dsp:txBody>
      <dsp:txXfrm>
        <a:off x="75163" y="1715394"/>
        <a:ext cx="4758573" cy="1389393"/>
      </dsp:txXfrm>
    </dsp:sp>
    <dsp:sp modelId="{52C4F753-1EDD-2D41-86D1-45D2EAB05E8F}">
      <dsp:nvSpPr>
        <dsp:cNvPr id="0" name=""/>
        <dsp:cNvSpPr/>
      </dsp:nvSpPr>
      <dsp:spPr>
        <a:xfrm>
          <a:off x="0" y="3260591"/>
          <a:ext cx="4908899" cy="1539719"/>
        </a:xfrm>
        <a:prstGeom prst="roundRect">
          <a:avLst/>
        </a:prstGeom>
        <a:gradFill rotWithShape="0">
          <a:gsLst>
            <a:gs pos="0">
              <a:schemeClr val="accent2">
                <a:hueOff val="-8305426"/>
                <a:satOff val="-39456"/>
                <a:lumOff val="-12353"/>
                <a:alphaOff val="0"/>
                <a:tint val="98000"/>
                <a:lumMod val="100000"/>
              </a:schemeClr>
            </a:gs>
            <a:gs pos="100000">
              <a:schemeClr val="accent2">
                <a:hueOff val="-8305426"/>
                <a:satOff val="-39456"/>
                <a:lumOff val="-12353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PowerPoint, Excel</a:t>
          </a:r>
        </a:p>
      </dsp:txBody>
      <dsp:txXfrm>
        <a:off x="75163" y="3335754"/>
        <a:ext cx="4758573" cy="13893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421DE-913B-41F5-B8DB-CA82D6DC6505}">
      <dsp:nvSpPr>
        <dsp:cNvPr id="0" name=""/>
        <dsp:cNvSpPr/>
      </dsp:nvSpPr>
      <dsp:spPr>
        <a:xfrm>
          <a:off x="0" y="2040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27F69-A016-4C2F-9C01-48022F7E00C2}">
      <dsp:nvSpPr>
        <dsp:cNvPr id="0" name=""/>
        <dsp:cNvSpPr/>
      </dsp:nvSpPr>
      <dsp:spPr>
        <a:xfrm>
          <a:off x="312888" y="234768"/>
          <a:ext cx="568888" cy="5688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CFA1D-7778-495D-8B34-33A34433662B}">
      <dsp:nvSpPr>
        <dsp:cNvPr id="0" name=""/>
        <dsp:cNvSpPr/>
      </dsp:nvSpPr>
      <dsp:spPr>
        <a:xfrm>
          <a:off x="1194666" y="2040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Source: CarWale listings</a:t>
          </a:r>
        </a:p>
      </dsp:txBody>
      <dsp:txXfrm>
        <a:off x="1194666" y="2040"/>
        <a:ext cx="3220052" cy="1034343"/>
      </dsp:txXfrm>
    </dsp:sp>
    <dsp:sp modelId="{FDF1A6F6-36AA-42B4-B495-75BFB745003F}">
      <dsp:nvSpPr>
        <dsp:cNvPr id="0" name=""/>
        <dsp:cNvSpPr/>
      </dsp:nvSpPr>
      <dsp:spPr>
        <a:xfrm>
          <a:off x="0" y="1294969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71CBD-15BA-4302-B90E-AE4E8C4BD92D}">
      <dsp:nvSpPr>
        <dsp:cNvPr id="0" name=""/>
        <dsp:cNvSpPr/>
      </dsp:nvSpPr>
      <dsp:spPr>
        <a:xfrm>
          <a:off x="312888" y="1527696"/>
          <a:ext cx="568888" cy="5688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FC804-DFBB-43A4-8073-C9800DE49DB9}">
      <dsp:nvSpPr>
        <dsp:cNvPr id="0" name=""/>
        <dsp:cNvSpPr/>
      </dsp:nvSpPr>
      <dsp:spPr>
        <a:xfrm>
          <a:off x="1194666" y="1294969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Fields extracted: Car name, brand, price, fuel type, EMI, location</a:t>
          </a:r>
        </a:p>
      </dsp:txBody>
      <dsp:txXfrm>
        <a:off x="1194666" y="1294969"/>
        <a:ext cx="3220052" cy="1034343"/>
      </dsp:txXfrm>
    </dsp:sp>
    <dsp:sp modelId="{A5F4439C-7015-47F1-8C53-7F734F90EB29}">
      <dsp:nvSpPr>
        <dsp:cNvPr id="0" name=""/>
        <dsp:cNvSpPr/>
      </dsp:nvSpPr>
      <dsp:spPr>
        <a:xfrm>
          <a:off x="0" y="2587898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360CA-FAEC-4293-A0E3-BC341B6A297C}">
      <dsp:nvSpPr>
        <dsp:cNvPr id="0" name=""/>
        <dsp:cNvSpPr/>
      </dsp:nvSpPr>
      <dsp:spPr>
        <a:xfrm>
          <a:off x="312888" y="2820625"/>
          <a:ext cx="568888" cy="5688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CAC7A6-58F8-4B74-97F0-E15867556686}">
      <dsp:nvSpPr>
        <dsp:cNvPr id="0" name=""/>
        <dsp:cNvSpPr/>
      </dsp:nvSpPr>
      <dsp:spPr>
        <a:xfrm>
          <a:off x="1194666" y="2587898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Tools: BeautifulSoup, requests</a:t>
          </a:r>
        </a:p>
      </dsp:txBody>
      <dsp:txXfrm>
        <a:off x="1194666" y="2587898"/>
        <a:ext cx="3220052" cy="1034343"/>
      </dsp:txXfrm>
    </dsp:sp>
    <dsp:sp modelId="{BCAF5673-5F73-4A5E-9387-401F61F827CA}">
      <dsp:nvSpPr>
        <dsp:cNvPr id="0" name=""/>
        <dsp:cNvSpPr/>
      </dsp:nvSpPr>
      <dsp:spPr>
        <a:xfrm>
          <a:off x="0" y="3880827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D13E0-00E9-4208-B915-295393EFCB9F}">
      <dsp:nvSpPr>
        <dsp:cNvPr id="0" name=""/>
        <dsp:cNvSpPr/>
      </dsp:nvSpPr>
      <dsp:spPr>
        <a:xfrm>
          <a:off x="312888" y="4113554"/>
          <a:ext cx="568888" cy="5688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DEE01-FED9-4A67-8750-75F5F8CCA781}">
      <dsp:nvSpPr>
        <dsp:cNvPr id="0" name=""/>
        <dsp:cNvSpPr/>
      </dsp:nvSpPr>
      <dsp:spPr>
        <a:xfrm>
          <a:off x="1194666" y="3880827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Output: Structured dataset (CSV)</a:t>
          </a:r>
        </a:p>
      </dsp:txBody>
      <dsp:txXfrm>
        <a:off x="1194666" y="3880827"/>
        <a:ext cx="3220052" cy="10343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6E9EF-CAC3-46F6-AFC5-6DD351651F9E}">
      <dsp:nvSpPr>
        <dsp:cNvPr id="0" name=""/>
        <dsp:cNvSpPr/>
      </dsp:nvSpPr>
      <dsp:spPr>
        <a:xfrm>
          <a:off x="261703" y="724546"/>
          <a:ext cx="812777" cy="81277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527D1-7498-4836-AC2F-769A2778ECAB}">
      <dsp:nvSpPr>
        <dsp:cNvPr id="0" name=""/>
        <dsp:cNvSpPr/>
      </dsp:nvSpPr>
      <dsp:spPr>
        <a:xfrm>
          <a:off x="434918" y="897761"/>
          <a:ext cx="466347" cy="466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49CC9-0194-45B8-9D85-393209B43059}">
      <dsp:nvSpPr>
        <dsp:cNvPr id="0" name=""/>
        <dsp:cNvSpPr/>
      </dsp:nvSpPr>
      <dsp:spPr>
        <a:xfrm>
          <a:off x="1881" y="1790484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Car Brand and Model</a:t>
          </a:r>
        </a:p>
      </dsp:txBody>
      <dsp:txXfrm>
        <a:off x="1881" y="1790484"/>
        <a:ext cx="1332421" cy="532968"/>
      </dsp:txXfrm>
    </dsp:sp>
    <dsp:sp modelId="{B1F39DD6-B6D0-4FF0-9B0D-945E62E37F9A}">
      <dsp:nvSpPr>
        <dsp:cNvPr id="0" name=""/>
        <dsp:cNvSpPr/>
      </dsp:nvSpPr>
      <dsp:spPr>
        <a:xfrm>
          <a:off x="1827299" y="724546"/>
          <a:ext cx="812777" cy="81277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EAFBF-EA85-4BB0-92A2-C24EB1EED5A8}">
      <dsp:nvSpPr>
        <dsp:cNvPr id="0" name=""/>
        <dsp:cNvSpPr/>
      </dsp:nvSpPr>
      <dsp:spPr>
        <a:xfrm>
          <a:off x="2000514" y="897761"/>
          <a:ext cx="466347" cy="466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01E23-379E-4F23-8DA7-DCE1B9872842}">
      <dsp:nvSpPr>
        <dsp:cNvPr id="0" name=""/>
        <dsp:cNvSpPr/>
      </dsp:nvSpPr>
      <dsp:spPr>
        <a:xfrm>
          <a:off x="1567477" y="1790484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Price and EMI</a:t>
          </a:r>
        </a:p>
      </dsp:txBody>
      <dsp:txXfrm>
        <a:off x="1567477" y="1790484"/>
        <a:ext cx="1332421" cy="532968"/>
      </dsp:txXfrm>
    </dsp:sp>
    <dsp:sp modelId="{E9A22F78-187D-4717-9CC4-79F5F650E362}">
      <dsp:nvSpPr>
        <dsp:cNvPr id="0" name=""/>
        <dsp:cNvSpPr/>
      </dsp:nvSpPr>
      <dsp:spPr>
        <a:xfrm>
          <a:off x="3392895" y="724546"/>
          <a:ext cx="812777" cy="81277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311CA-35C5-4AD7-963D-CD105682B3B6}">
      <dsp:nvSpPr>
        <dsp:cNvPr id="0" name=""/>
        <dsp:cNvSpPr/>
      </dsp:nvSpPr>
      <dsp:spPr>
        <a:xfrm>
          <a:off x="3566110" y="897761"/>
          <a:ext cx="466347" cy="466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B2897-5F5C-4F3F-BA94-46A1EE207A61}">
      <dsp:nvSpPr>
        <dsp:cNvPr id="0" name=""/>
        <dsp:cNvSpPr/>
      </dsp:nvSpPr>
      <dsp:spPr>
        <a:xfrm>
          <a:off x="3133073" y="1790484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Fuel Type</a:t>
          </a:r>
        </a:p>
      </dsp:txBody>
      <dsp:txXfrm>
        <a:off x="3133073" y="1790484"/>
        <a:ext cx="1332421" cy="532968"/>
      </dsp:txXfrm>
    </dsp:sp>
    <dsp:sp modelId="{DC16394C-8B21-43A9-BDE3-90B10A47ABDF}">
      <dsp:nvSpPr>
        <dsp:cNvPr id="0" name=""/>
        <dsp:cNvSpPr/>
      </dsp:nvSpPr>
      <dsp:spPr>
        <a:xfrm>
          <a:off x="4958491" y="724546"/>
          <a:ext cx="812777" cy="81277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16FF6-2953-4925-B726-CC4DE1B695C8}">
      <dsp:nvSpPr>
        <dsp:cNvPr id="0" name=""/>
        <dsp:cNvSpPr/>
      </dsp:nvSpPr>
      <dsp:spPr>
        <a:xfrm>
          <a:off x="5131705" y="897761"/>
          <a:ext cx="466347" cy="4663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FD01F-D7AB-49DF-88E9-340401F90A06}">
      <dsp:nvSpPr>
        <dsp:cNvPr id="0" name=""/>
        <dsp:cNvSpPr/>
      </dsp:nvSpPr>
      <dsp:spPr>
        <a:xfrm>
          <a:off x="4698668" y="1790484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Location</a:t>
          </a:r>
        </a:p>
      </dsp:txBody>
      <dsp:txXfrm>
        <a:off x="4698668" y="1790484"/>
        <a:ext cx="1332421" cy="532968"/>
      </dsp:txXfrm>
    </dsp:sp>
    <dsp:sp modelId="{1F5F548E-59F3-4CAD-BA9B-8D137F7AB218}">
      <dsp:nvSpPr>
        <dsp:cNvPr id="0" name=""/>
        <dsp:cNvSpPr/>
      </dsp:nvSpPr>
      <dsp:spPr>
        <a:xfrm>
          <a:off x="6524086" y="724546"/>
          <a:ext cx="812777" cy="812777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DC807-81DA-4C47-A356-C8D208F72F9B}">
      <dsp:nvSpPr>
        <dsp:cNvPr id="0" name=""/>
        <dsp:cNvSpPr/>
      </dsp:nvSpPr>
      <dsp:spPr>
        <a:xfrm>
          <a:off x="6697301" y="897761"/>
          <a:ext cx="466347" cy="4663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8D39F-7B71-4F29-A27C-20D132718DD7}">
      <dsp:nvSpPr>
        <dsp:cNvPr id="0" name=""/>
        <dsp:cNvSpPr/>
      </dsp:nvSpPr>
      <dsp:spPr>
        <a:xfrm>
          <a:off x="6264264" y="1790484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Car Condition and Year</a:t>
          </a:r>
        </a:p>
      </dsp:txBody>
      <dsp:txXfrm>
        <a:off x="6264264" y="1790484"/>
        <a:ext cx="1332421" cy="5329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9359B-A5A7-7648-BCBB-A0CFC6171DD7}">
      <dsp:nvSpPr>
        <dsp:cNvPr id="0" name=""/>
        <dsp:cNvSpPr/>
      </dsp:nvSpPr>
      <dsp:spPr>
        <a:xfrm>
          <a:off x="0" y="231340"/>
          <a:ext cx="81153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4D9EA-6C55-3948-80E1-C979C222C67A}">
      <dsp:nvSpPr>
        <dsp:cNvPr id="0" name=""/>
        <dsp:cNvSpPr/>
      </dsp:nvSpPr>
      <dsp:spPr>
        <a:xfrm>
          <a:off x="405765" y="9940"/>
          <a:ext cx="568070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717" tIns="0" rIns="2147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Converted price fields to numeric</a:t>
          </a:r>
          <a:endParaRPr lang="en-US" sz="1500" kern="1200"/>
        </a:p>
      </dsp:txBody>
      <dsp:txXfrm>
        <a:off x="427381" y="31556"/>
        <a:ext cx="5637477" cy="399568"/>
      </dsp:txXfrm>
    </dsp:sp>
    <dsp:sp modelId="{12BB312A-344A-F34C-B011-B867267B6783}">
      <dsp:nvSpPr>
        <dsp:cNvPr id="0" name=""/>
        <dsp:cNvSpPr/>
      </dsp:nvSpPr>
      <dsp:spPr>
        <a:xfrm>
          <a:off x="0" y="911740"/>
          <a:ext cx="81153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47C2B-9752-9048-B697-9DE59721F078}">
      <dsp:nvSpPr>
        <dsp:cNvPr id="0" name=""/>
        <dsp:cNvSpPr/>
      </dsp:nvSpPr>
      <dsp:spPr>
        <a:xfrm>
          <a:off x="405765" y="690340"/>
          <a:ext cx="568070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717" tIns="0" rIns="2147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Removed duplicates</a:t>
          </a:r>
          <a:endParaRPr lang="en-US" sz="1500" kern="1200"/>
        </a:p>
      </dsp:txBody>
      <dsp:txXfrm>
        <a:off x="427381" y="711956"/>
        <a:ext cx="5637477" cy="399568"/>
      </dsp:txXfrm>
    </dsp:sp>
    <dsp:sp modelId="{A13DE8A5-9A86-6146-844F-7001506E5A9F}">
      <dsp:nvSpPr>
        <dsp:cNvPr id="0" name=""/>
        <dsp:cNvSpPr/>
      </dsp:nvSpPr>
      <dsp:spPr>
        <a:xfrm>
          <a:off x="0" y="1592140"/>
          <a:ext cx="81153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DFF06-EF8D-3E40-A2A3-0561EE1D5322}">
      <dsp:nvSpPr>
        <dsp:cNvPr id="0" name=""/>
        <dsp:cNvSpPr/>
      </dsp:nvSpPr>
      <dsp:spPr>
        <a:xfrm>
          <a:off x="405765" y="1370740"/>
          <a:ext cx="568070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717" tIns="0" rIns="2147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Filled or dropped missing values</a:t>
          </a:r>
          <a:endParaRPr lang="en-US" sz="1500" kern="1200"/>
        </a:p>
      </dsp:txBody>
      <dsp:txXfrm>
        <a:off x="427381" y="1392356"/>
        <a:ext cx="5637477" cy="399568"/>
      </dsp:txXfrm>
    </dsp:sp>
    <dsp:sp modelId="{E231ED16-6929-1A49-A870-55B0ADD36889}">
      <dsp:nvSpPr>
        <dsp:cNvPr id="0" name=""/>
        <dsp:cNvSpPr/>
      </dsp:nvSpPr>
      <dsp:spPr>
        <a:xfrm>
          <a:off x="0" y="2272540"/>
          <a:ext cx="81153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F339E-6FE8-9C44-BA3F-79F64B7F9EC4}">
      <dsp:nvSpPr>
        <dsp:cNvPr id="0" name=""/>
        <dsp:cNvSpPr/>
      </dsp:nvSpPr>
      <dsp:spPr>
        <a:xfrm>
          <a:off x="405765" y="2051140"/>
          <a:ext cx="568070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717" tIns="0" rIns="2147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Standardized fuel and brand categories</a:t>
          </a:r>
          <a:endParaRPr lang="en-US" sz="1500" kern="1200"/>
        </a:p>
      </dsp:txBody>
      <dsp:txXfrm>
        <a:off x="427381" y="2072756"/>
        <a:ext cx="5637477" cy="3995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21CE4-B499-3B46-9EEF-BEFFA2BD9FBC}">
      <dsp:nvSpPr>
        <dsp:cNvPr id="0" name=""/>
        <dsp:cNvSpPr/>
      </dsp:nvSpPr>
      <dsp:spPr>
        <a:xfrm>
          <a:off x="0" y="0"/>
          <a:ext cx="6078854" cy="744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Price distribution by brand and fuel type</a:t>
          </a:r>
        </a:p>
      </dsp:txBody>
      <dsp:txXfrm>
        <a:off x="21810" y="21810"/>
        <a:ext cx="5212389" cy="701035"/>
      </dsp:txXfrm>
    </dsp:sp>
    <dsp:sp modelId="{5EC07606-892B-7248-933F-B2D9938C2E6B}">
      <dsp:nvSpPr>
        <dsp:cNvPr id="0" name=""/>
        <dsp:cNvSpPr/>
      </dsp:nvSpPr>
      <dsp:spPr>
        <a:xfrm>
          <a:off x="509104" y="880047"/>
          <a:ext cx="6078854" cy="744655"/>
        </a:xfrm>
        <a:prstGeom prst="roundRect">
          <a:avLst>
            <a:gd name="adj" fmla="val 10000"/>
          </a:avLst>
        </a:prstGeom>
        <a:solidFill>
          <a:schemeClr val="accent2">
            <a:hueOff val="-2768475"/>
            <a:satOff val="-13152"/>
            <a:lumOff val="-411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EMI vs Price heatmaps</a:t>
          </a:r>
        </a:p>
      </dsp:txBody>
      <dsp:txXfrm>
        <a:off x="530914" y="901857"/>
        <a:ext cx="5042104" cy="701035"/>
      </dsp:txXfrm>
    </dsp:sp>
    <dsp:sp modelId="{174C3BA2-F8F3-7540-9420-FCEFADF2DC05}">
      <dsp:nvSpPr>
        <dsp:cNvPr id="0" name=""/>
        <dsp:cNvSpPr/>
      </dsp:nvSpPr>
      <dsp:spPr>
        <a:xfrm>
          <a:off x="1010609" y="1760095"/>
          <a:ext cx="6078854" cy="744655"/>
        </a:xfrm>
        <a:prstGeom prst="roundRect">
          <a:avLst>
            <a:gd name="adj" fmla="val 10000"/>
          </a:avLst>
        </a:prstGeom>
        <a:solidFill>
          <a:schemeClr val="accent2">
            <a:hueOff val="-5536951"/>
            <a:satOff val="-26304"/>
            <a:lumOff val="-8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Car count by company</a:t>
          </a:r>
        </a:p>
      </dsp:txBody>
      <dsp:txXfrm>
        <a:off x="1032419" y="1781905"/>
        <a:ext cx="5049702" cy="701035"/>
      </dsp:txXfrm>
    </dsp:sp>
    <dsp:sp modelId="{CEE82B33-FF13-E041-947A-45FFD21F8C7E}">
      <dsp:nvSpPr>
        <dsp:cNvPr id="0" name=""/>
        <dsp:cNvSpPr/>
      </dsp:nvSpPr>
      <dsp:spPr>
        <a:xfrm>
          <a:off x="1519713" y="2640143"/>
          <a:ext cx="6078854" cy="744655"/>
        </a:xfrm>
        <a:prstGeom prst="roundRect">
          <a:avLst>
            <a:gd name="adj" fmla="val 10000"/>
          </a:avLst>
        </a:prstGeom>
        <a:solidFill>
          <a:schemeClr val="accent2">
            <a:hueOff val="-8305426"/>
            <a:satOff val="-39456"/>
            <a:lumOff val="-123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Interactive plots using Plotly</a:t>
          </a:r>
        </a:p>
      </dsp:txBody>
      <dsp:txXfrm>
        <a:off x="1541523" y="2661953"/>
        <a:ext cx="5042104" cy="701035"/>
      </dsp:txXfrm>
    </dsp:sp>
    <dsp:sp modelId="{E48254AA-6F67-6C44-965E-515D39FE4938}">
      <dsp:nvSpPr>
        <dsp:cNvPr id="0" name=""/>
        <dsp:cNvSpPr/>
      </dsp:nvSpPr>
      <dsp:spPr>
        <a:xfrm>
          <a:off x="5594828" y="570338"/>
          <a:ext cx="484026" cy="4840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703734" y="570338"/>
        <a:ext cx="266214" cy="364230"/>
      </dsp:txXfrm>
    </dsp:sp>
    <dsp:sp modelId="{47E2DB1C-0A8B-FE4F-BFEE-791526D3A87A}">
      <dsp:nvSpPr>
        <dsp:cNvPr id="0" name=""/>
        <dsp:cNvSpPr/>
      </dsp:nvSpPr>
      <dsp:spPr>
        <a:xfrm>
          <a:off x="6103932" y="1450386"/>
          <a:ext cx="484026" cy="4840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00720"/>
            <a:satOff val="-22076"/>
            <a:lumOff val="-189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100720"/>
              <a:satOff val="-22076"/>
              <a:lumOff val="-18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212838" y="1450386"/>
        <a:ext cx="266214" cy="364230"/>
      </dsp:txXfrm>
    </dsp:sp>
    <dsp:sp modelId="{C630EDF0-96F7-E346-9FDD-538DC18AD9AF}">
      <dsp:nvSpPr>
        <dsp:cNvPr id="0" name=""/>
        <dsp:cNvSpPr/>
      </dsp:nvSpPr>
      <dsp:spPr>
        <a:xfrm>
          <a:off x="6605437" y="2330434"/>
          <a:ext cx="484026" cy="4840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201440"/>
            <a:satOff val="-44153"/>
            <a:lumOff val="-378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8201440"/>
              <a:satOff val="-44153"/>
              <a:lumOff val="-37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714343" y="2330434"/>
        <a:ext cx="266214" cy="36423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A4A901-C12B-3649-9A80-081E8BA08356}">
      <dsp:nvSpPr>
        <dsp:cNvPr id="0" name=""/>
        <dsp:cNvSpPr/>
      </dsp:nvSpPr>
      <dsp:spPr>
        <a:xfrm>
          <a:off x="0" y="0"/>
          <a:ext cx="707786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4CA85E-00ED-8144-9A50-6ABF6743C0DC}">
      <dsp:nvSpPr>
        <dsp:cNvPr id="0" name=""/>
        <dsp:cNvSpPr/>
      </dsp:nvSpPr>
      <dsp:spPr>
        <a:xfrm>
          <a:off x="0" y="0"/>
          <a:ext cx="7077869" cy="93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Budget cars show significant price variation across cities</a:t>
          </a:r>
        </a:p>
      </dsp:txBody>
      <dsp:txXfrm>
        <a:off x="0" y="0"/>
        <a:ext cx="7077869" cy="931333"/>
      </dsp:txXfrm>
    </dsp:sp>
    <dsp:sp modelId="{1509B5DC-95A3-154A-9DE0-121BA4A42954}">
      <dsp:nvSpPr>
        <dsp:cNvPr id="0" name=""/>
        <dsp:cNvSpPr/>
      </dsp:nvSpPr>
      <dsp:spPr>
        <a:xfrm>
          <a:off x="0" y="931333"/>
          <a:ext cx="707786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CC481AC-E2F8-CE4E-8B7C-0E1F670BFDBC}">
      <dsp:nvSpPr>
        <dsp:cNvPr id="0" name=""/>
        <dsp:cNvSpPr/>
      </dsp:nvSpPr>
      <dsp:spPr>
        <a:xfrm>
          <a:off x="0" y="931333"/>
          <a:ext cx="7077869" cy="93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Diesel cars slightly cheaper than petrol counterparts</a:t>
          </a:r>
        </a:p>
      </dsp:txBody>
      <dsp:txXfrm>
        <a:off x="0" y="931333"/>
        <a:ext cx="7077869" cy="931333"/>
      </dsp:txXfrm>
    </dsp:sp>
    <dsp:sp modelId="{ACDD96C4-8013-F44D-A8B6-3487623AD283}">
      <dsp:nvSpPr>
        <dsp:cNvPr id="0" name=""/>
        <dsp:cNvSpPr/>
      </dsp:nvSpPr>
      <dsp:spPr>
        <a:xfrm>
          <a:off x="0" y="1862666"/>
          <a:ext cx="707786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2A2CCE-6ADF-D84E-9204-C4733F6984C1}">
      <dsp:nvSpPr>
        <dsp:cNvPr id="0" name=""/>
        <dsp:cNvSpPr/>
      </dsp:nvSpPr>
      <dsp:spPr>
        <a:xfrm>
          <a:off x="0" y="1862666"/>
          <a:ext cx="7077869" cy="93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EMI often increases disproportionately with brand value</a:t>
          </a:r>
        </a:p>
      </dsp:txBody>
      <dsp:txXfrm>
        <a:off x="0" y="1862666"/>
        <a:ext cx="7077869" cy="931333"/>
      </dsp:txXfrm>
    </dsp:sp>
    <dsp:sp modelId="{518BA36A-B73C-DA4A-AC06-9F0FA7751EA6}">
      <dsp:nvSpPr>
        <dsp:cNvPr id="0" name=""/>
        <dsp:cNvSpPr/>
      </dsp:nvSpPr>
      <dsp:spPr>
        <a:xfrm>
          <a:off x="0" y="2793999"/>
          <a:ext cx="707786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9C12CC-2B1C-8742-8A15-6F9A35F0C438}">
      <dsp:nvSpPr>
        <dsp:cNvPr id="0" name=""/>
        <dsp:cNvSpPr/>
      </dsp:nvSpPr>
      <dsp:spPr>
        <a:xfrm>
          <a:off x="0" y="2793999"/>
          <a:ext cx="7077869" cy="93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Some lesser-known brands offer better value</a:t>
          </a:r>
        </a:p>
      </dsp:txBody>
      <dsp:txXfrm>
        <a:off x="0" y="2793999"/>
        <a:ext cx="7077869" cy="93133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C619F-420C-8841-B91C-089DA9B2CF16}">
      <dsp:nvSpPr>
        <dsp:cNvPr id="0" name=""/>
        <dsp:cNvSpPr/>
      </dsp:nvSpPr>
      <dsp:spPr>
        <a:xfrm>
          <a:off x="0" y="359366"/>
          <a:ext cx="77724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BC5E0-6642-4D4B-923E-0B581537BBF2}">
      <dsp:nvSpPr>
        <dsp:cNvPr id="0" name=""/>
        <dsp:cNvSpPr/>
      </dsp:nvSpPr>
      <dsp:spPr>
        <a:xfrm>
          <a:off x="388620" y="64166"/>
          <a:ext cx="5440680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Price vs Brand</a:t>
          </a:r>
        </a:p>
      </dsp:txBody>
      <dsp:txXfrm>
        <a:off x="417441" y="92987"/>
        <a:ext cx="5383038" cy="532757"/>
      </dsp:txXfrm>
    </dsp:sp>
    <dsp:sp modelId="{CAAC9A59-E0C9-B843-A1DD-9BFE8C0E4ACA}">
      <dsp:nvSpPr>
        <dsp:cNvPr id="0" name=""/>
        <dsp:cNvSpPr/>
      </dsp:nvSpPr>
      <dsp:spPr>
        <a:xfrm>
          <a:off x="0" y="1266566"/>
          <a:ext cx="77724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622A8-2F05-F04D-AD4A-41441779AF41}">
      <dsp:nvSpPr>
        <dsp:cNvPr id="0" name=""/>
        <dsp:cNvSpPr/>
      </dsp:nvSpPr>
      <dsp:spPr>
        <a:xfrm>
          <a:off x="388620" y="971366"/>
          <a:ext cx="5440680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Fuel Type Distribution</a:t>
          </a:r>
        </a:p>
      </dsp:txBody>
      <dsp:txXfrm>
        <a:off x="417441" y="1000187"/>
        <a:ext cx="5383038" cy="532757"/>
      </dsp:txXfrm>
    </dsp:sp>
    <dsp:sp modelId="{0C0C2D26-C9F4-FE4C-8DAE-28036C6DA6FC}">
      <dsp:nvSpPr>
        <dsp:cNvPr id="0" name=""/>
        <dsp:cNvSpPr/>
      </dsp:nvSpPr>
      <dsp:spPr>
        <a:xfrm>
          <a:off x="0" y="2173766"/>
          <a:ext cx="77724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59C16-5AF3-8F4E-9076-7026F9BBC5DC}">
      <dsp:nvSpPr>
        <dsp:cNvPr id="0" name=""/>
        <dsp:cNvSpPr/>
      </dsp:nvSpPr>
      <dsp:spPr>
        <a:xfrm>
          <a:off x="388620" y="1878566"/>
          <a:ext cx="5440680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EMI-wise segmentation</a:t>
          </a:r>
        </a:p>
      </dsp:txBody>
      <dsp:txXfrm>
        <a:off x="417441" y="1907387"/>
        <a:ext cx="5383038" cy="532757"/>
      </dsp:txXfrm>
    </dsp:sp>
    <dsp:sp modelId="{A7C0E39B-C29D-DD49-835B-219305DFCDB6}">
      <dsp:nvSpPr>
        <dsp:cNvPr id="0" name=""/>
        <dsp:cNvSpPr/>
      </dsp:nvSpPr>
      <dsp:spPr>
        <a:xfrm>
          <a:off x="0" y="3080966"/>
          <a:ext cx="77724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A886C-4C5C-C745-8B54-400BECF6CA54}">
      <dsp:nvSpPr>
        <dsp:cNvPr id="0" name=""/>
        <dsp:cNvSpPr/>
      </dsp:nvSpPr>
      <dsp:spPr>
        <a:xfrm>
          <a:off x="388620" y="2785766"/>
          <a:ext cx="5440680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Filterable views for comparison</a:t>
          </a:r>
        </a:p>
      </dsp:txBody>
      <dsp:txXfrm>
        <a:off x="417441" y="2814587"/>
        <a:ext cx="5383038" cy="5327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5C8BB-908B-8447-876A-46138983E9E0}">
      <dsp:nvSpPr>
        <dsp:cNvPr id="0" name=""/>
        <dsp:cNvSpPr/>
      </dsp:nvSpPr>
      <dsp:spPr>
        <a:xfrm>
          <a:off x="0" y="552562"/>
          <a:ext cx="7598568" cy="5996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 analytics offers clarity in used car markets</a:t>
          </a:r>
        </a:p>
      </dsp:txBody>
      <dsp:txXfrm>
        <a:off x="29271" y="581833"/>
        <a:ext cx="7540026" cy="541083"/>
      </dsp:txXfrm>
    </dsp:sp>
    <dsp:sp modelId="{4F9F5BE4-871D-4A49-95FB-37541BEFB31E}">
      <dsp:nvSpPr>
        <dsp:cNvPr id="0" name=""/>
        <dsp:cNvSpPr/>
      </dsp:nvSpPr>
      <dsp:spPr>
        <a:xfrm>
          <a:off x="0" y="1224187"/>
          <a:ext cx="7598568" cy="5996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Identified quality cars at lower prices</a:t>
          </a:r>
        </a:p>
      </dsp:txBody>
      <dsp:txXfrm>
        <a:off x="29271" y="1253458"/>
        <a:ext cx="7540026" cy="541083"/>
      </dsp:txXfrm>
    </dsp:sp>
    <dsp:sp modelId="{8ACE5FC8-C9FD-8C4E-9E06-F75F9851BDEC}">
      <dsp:nvSpPr>
        <dsp:cNvPr id="0" name=""/>
        <dsp:cNvSpPr/>
      </dsp:nvSpPr>
      <dsp:spPr>
        <a:xfrm>
          <a:off x="0" y="1895812"/>
          <a:ext cx="7598568" cy="5996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Can be extended with ML models for price prediction</a:t>
          </a:r>
        </a:p>
      </dsp:txBody>
      <dsp:txXfrm>
        <a:off x="29271" y="1925083"/>
        <a:ext cx="7540026" cy="54108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F041B-3427-9047-8CB3-338D3AA2DBEE}">
      <dsp:nvSpPr>
        <dsp:cNvPr id="0" name=""/>
        <dsp:cNvSpPr/>
      </dsp:nvSpPr>
      <dsp:spPr>
        <a:xfrm>
          <a:off x="0" y="0"/>
          <a:ext cx="3927120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Inconsistent HTML structures on CarWale</a:t>
          </a:r>
        </a:p>
      </dsp:txBody>
      <dsp:txXfrm>
        <a:off x="31059" y="31059"/>
        <a:ext cx="2693215" cy="998322"/>
      </dsp:txXfrm>
    </dsp:sp>
    <dsp:sp modelId="{3C11660C-B0FA-1A4D-878F-BF1DB207C20A}">
      <dsp:nvSpPr>
        <dsp:cNvPr id="0" name=""/>
        <dsp:cNvSpPr/>
      </dsp:nvSpPr>
      <dsp:spPr>
        <a:xfrm>
          <a:off x="328896" y="1253247"/>
          <a:ext cx="3927120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Some missing or ambiguous values</a:t>
          </a:r>
        </a:p>
      </dsp:txBody>
      <dsp:txXfrm>
        <a:off x="359955" y="1284306"/>
        <a:ext cx="2846819" cy="998322"/>
      </dsp:txXfrm>
    </dsp:sp>
    <dsp:sp modelId="{622FF25B-E579-DE4B-9E10-D00AEB6E820C}">
      <dsp:nvSpPr>
        <dsp:cNvPr id="0" name=""/>
        <dsp:cNvSpPr/>
      </dsp:nvSpPr>
      <dsp:spPr>
        <a:xfrm>
          <a:off x="652883" y="2506494"/>
          <a:ext cx="3927120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Normalizing price formats</a:t>
          </a:r>
        </a:p>
      </dsp:txBody>
      <dsp:txXfrm>
        <a:off x="683942" y="2537553"/>
        <a:ext cx="2851728" cy="998322"/>
      </dsp:txXfrm>
    </dsp:sp>
    <dsp:sp modelId="{F50D4A1F-6868-1A40-9BB6-382E888251F7}">
      <dsp:nvSpPr>
        <dsp:cNvPr id="0" name=""/>
        <dsp:cNvSpPr/>
      </dsp:nvSpPr>
      <dsp:spPr>
        <a:xfrm>
          <a:off x="981779" y="3759741"/>
          <a:ext cx="3927120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Cleaning and aligning categorical values</a:t>
          </a:r>
        </a:p>
      </dsp:txBody>
      <dsp:txXfrm>
        <a:off x="1012838" y="3790800"/>
        <a:ext cx="2846819" cy="998322"/>
      </dsp:txXfrm>
    </dsp:sp>
    <dsp:sp modelId="{E87E8A43-328B-CC4E-BD04-EE33CA7E375B}">
      <dsp:nvSpPr>
        <dsp:cNvPr id="0" name=""/>
        <dsp:cNvSpPr/>
      </dsp:nvSpPr>
      <dsp:spPr>
        <a:xfrm>
          <a:off x="3237833" y="812200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392922" y="812200"/>
        <a:ext cx="379108" cy="518688"/>
      </dsp:txXfrm>
    </dsp:sp>
    <dsp:sp modelId="{B98D7D83-29C9-C64A-8224-D975A90A5EFC}">
      <dsp:nvSpPr>
        <dsp:cNvPr id="0" name=""/>
        <dsp:cNvSpPr/>
      </dsp:nvSpPr>
      <dsp:spPr>
        <a:xfrm>
          <a:off x="3566730" y="2065447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721819" y="2065447"/>
        <a:ext cx="379108" cy="518688"/>
      </dsp:txXfrm>
    </dsp:sp>
    <dsp:sp modelId="{4EA97F44-3A24-4F48-A0B4-F8BA6B417A71}">
      <dsp:nvSpPr>
        <dsp:cNvPr id="0" name=""/>
        <dsp:cNvSpPr/>
      </dsp:nvSpPr>
      <dsp:spPr>
        <a:xfrm>
          <a:off x="3890717" y="3318695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045806" y="3318695"/>
        <a:ext cx="379108" cy="518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45D3A-D425-0C49-9533-4E09E5C3B697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543FB-88E1-AC46-8C69-C3DFC6448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37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543FB-88E1-AC46-8C69-C3DFC64488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61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6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4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3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9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31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4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4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2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41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4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8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14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20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46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59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88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6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87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  <p:sldLayoutId id="214748401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4699" y="4538133"/>
            <a:ext cx="7595394" cy="931341"/>
          </a:xfrm>
        </p:spPr>
        <p:txBody>
          <a:bodyPr>
            <a:normAutofit/>
          </a:bodyPr>
          <a:lstStyle/>
          <a:p>
            <a:r>
              <a:rPr lang="en-IN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 Cars Price Analysis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5461009"/>
            <a:ext cx="5398294" cy="40639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300"/>
              <a:t>A Comprehensive Data Analytics Study of USED CARS </a:t>
            </a:r>
          </a:p>
          <a:p>
            <a:pPr>
              <a:lnSpc>
                <a:spcPct val="90000"/>
              </a:lnSpc>
            </a:pPr>
            <a:endParaRPr lang="en-IN" sz="1300" dirty="0"/>
          </a:p>
        </p:txBody>
      </p:sp>
      <p:pic>
        <p:nvPicPr>
          <p:cNvPr id="5" name="Picture 4" descr="Toy cars lined up in a row on floor">
            <a:extLst>
              <a:ext uri="{FF2B5EF4-FFF2-40B4-BE49-F238E27FC236}">
                <a16:creationId xmlns:a16="http://schemas.microsoft.com/office/drawing/2014/main" id="{7EFA0C79-9277-3D1A-97C1-561BE78C35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58" r="-1" b="-1"/>
          <a:stretch/>
        </p:blipFill>
        <p:spPr>
          <a:xfrm>
            <a:off x="692150" y="645517"/>
            <a:ext cx="7759699" cy="373816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A50D41-A230-C28E-E736-C149D51C10BB}"/>
              </a:ext>
            </a:extLst>
          </p:cNvPr>
          <p:cNvSpPr txBox="1"/>
          <p:nvPr/>
        </p:nvSpPr>
        <p:spPr>
          <a:xfrm>
            <a:off x="5369442" y="5889317"/>
            <a:ext cx="3498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Adada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Lokeswararao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7FBBCE8-C75E-4988-AA7A-E9E956BF9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1786"/>
            <a:ext cx="9141619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Long exposure of lights">
            <a:extLst>
              <a:ext uri="{FF2B5EF4-FFF2-40B4-BE49-F238E27FC236}">
                <a16:creationId xmlns:a16="http://schemas.microsoft.com/office/drawing/2014/main" id="{A2E3D0DD-34E7-A2CC-FCC4-1982D85BC5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D727BF5-5772-4EEE-B255-03ABF302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BBDA6E6C-7B49-4D81-8421-D3DF475E8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21519" y="607814"/>
            <a:ext cx="7698581" cy="5640586"/>
          </a:xfrm>
          <a:prstGeom prst="rect">
            <a:avLst/>
          </a:prstGeom>
          <a:solidFill>
            <a:schemeClr val="bg1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050" y="787400"/>
            <a:ext cx="7077869" cy="127846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050" y="2142067"/>
            <a:ext cx="7077869" cy="1632491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explores used car prices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collected 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CarWale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aim is to uncover trends across brands, fuel types, EMI options, and identify best-value vehicles.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478085-D68C-1F9D-55CB-E85EDF7F6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9935660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0B9D82-AD64-47EB-AA56-F2005D37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21F67-77A0-4E4C-877A-44E07247E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4034DE-14FA-4CF1-8E19-414FC341E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F8EAAD-3470-4B18-9590-58F3F365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2C23B1-7062-C9C8-CC4D-0FB72C41EC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812734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63E20F8-074D-4B3B-AE66-7BBD6F1C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68A5C37-E0A9-462D-BC65-C14D9025F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21519" y="607814"/>
            <a:ext cx="7698581" cy="5640586"/>
          </a:xfrm>
          <a:prstGeom prst="rect">
            <a:avLst/>
          </a:prstGeom>
          <a:solidFill>
            <a:schemeClr val="bg1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None/>
              <a:tabLst/>
              <a:defRPr/>
            </a:pPr>
            <a:endParaRPr kumimoji="0" lang="en-US" sz="1600" b="0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050" y="787400"/>
            <a:ext cx="7077869" cy="1278467"/>
          </a:xfrm>
        </p:spPr>
        <p:txBody>
          <a:bodyPr>
            <a:normAutofit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B8950F-4639-9537-8A77-EDA1AE07E1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079489"/>
              </p:ext>
            </p:extLst>
          </p:nvPr>
        </p:nvGraphicFramePr>
        <p:xfrm>
          <a:off x="1035050" y="2142067"/>
          <a:ext cx="7077869" cy="3725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80BA6A-9E4C-4A53-9C2E-FFC66DF85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1A6988-4CC3-42CD-9431-EDE8BA82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5526814-F882-1BE3-032E-9C2A60DA1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373820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30B9D82-AD64-47EB-AA56-F2005D37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21F67-77A0-4E4C-877A-44E07247E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4034DE-14FA-4CF1-8E19-414FC341E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Process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F8EAAD-3470-4B18-9590-58F3F365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AF14EF-6752-4601-678E-A51DFE6443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590112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8FC1A74-2890-483E-B414-BC31F8359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6A2EF6-5BDA-476A-943C-82D4C0EBE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5EE41E-2933-494F-A13E-9ACC70D3A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2AA1C21-100D-4D10-B79A-A9F6072E2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2381" y="0"/>
            <a:ext cx="9141619" cy="2284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653142"/>
            <a:ext cx="7598568" cy="1219200"/>
          </a:xfrm>
        </p:spPr>
        <p:txBody>
          <a:bodyPr>
            <a:normAutofit/>
          </a:bodyPr>
          <a:lstStyle/>
          <a:p>
            <a:pPr algn="ctr"/>
            <a:r>
              <a:rPr lang="en-IN" sz="3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Extracted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07A5C82-4C07-E869-7F77-D2D910929F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470550"/>
              </p:ext>
            </p:extLst>
          </p:nvPr>
        </p:nvGraphicFramePr>
        <p:xfrm>
          <a:off x="771525" y="2743200"/>
          <a:ext cx="7598568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57300"/>
            <a:ext cx="8115300" cy="882819"/>
          </a:xfrm>
        </p:spPr>
        <p:txBody>
          <a:bodyPr anchor="b">
            <a:normAutofit/>
          </a:bodyPr>
          <a:lstStyle/>
          <a:p>
            <a:pPr algn="ctr"/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Techniques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4222" y="2244808"/>
            <a:ext cx="3755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DF35CFD-DDA0-7D18-787F-2D11AA7149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4351" y="2540169"/>
          <a:ext cx="8115300" cy="2660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Visual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C6234EB-236C-C19E-F8AF-A51F2E1D9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178597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63E20F8-074D-4B3B-AE66-7BBD6F1C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68A5C37-E0A9-462D-BC65-C14D9025F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21519" y="607814"/>
            <a:ext cx="7698581" cy="5640586"/>
          </a:xfrm>
          <a:prstGeom prst="rect">
            <a:avLst/>
          </a:prstGeom>
          <a:solidFill>
            <a:schemeClr val="bg1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None/>
              <a:tabLst/>
              <a:defRPr/>
            </a:pPr>
            <a:endParaRPr kumimoji="0" lang="en-US" sz="1600" b="0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050" y="787400"/>
            <a:ext cx="7077869" cy="1278467"/>
          </a:xfrm>
        </p:spPr>
        <p:txBody>
          <a:bodyPr>
            <a:normAutofit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16E87490-DC1A-4C97-6C01-51B54D098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908833"/>
              </p:ext>
            </p:extLst>
          </p:nvPr>
        </p:nvGraphicFramePr>
        <p:xfrm>
          <a:off x="1035050" y="2142067"/>
          <a:ext cx="7077869" cy="3725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Preview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BFB85DB-8FFD-8451-B53C-6F5BB212BF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142068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57166-0D60-9114-12C8-BC052E46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60" y="414670"/>
            <a:ext cx="7772400" cy="857692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B9D3E7-5443-B37B-DDDC-762579DA9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4405" b="3084"/>
          <a:stretch/>
        </p:blipFill>
        <p:spPr>
          <a:xfrm>
            <a:off x="457200" y="1446029"/>
            <a:ext cx="8314660" cy="4997302"/>
          </a:xfrm>
        </p:spPr>
      </p:pic>
    </p:spTree>
    <p:extLst>
      <p:ext uri="{BB962C8B-B14F-4D97-AF65-F5344CB8AC3E}">
        <p14:creationId xmlns:p14="http://schemas.microsoft.com/office/powerpoint/2010/main" val="458474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8FC1A74-2890-483E-B414-BC31F8359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6A2EF6-5BDA-476A-943C-82D4C0EBE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5EE41E-2933-494F-A13E-9ACC70D3A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2AA1C21-100D-4D10-B79A-A9F6072E2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2381" y="0"/>
            <a:ext cx="9141619" cy="2284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653142"/>
            <a:ext cx="7598568" cy="1219200"/>
          </a:xfrm>
        </p:spPr>
        <p:txBody>
          <a:bodyPr>
            <a:normAutofit/>
          </a:bodyPr>
          <a:lstStyle/>
          <a:p>
            <a:pPr algn="ctr"/>
            <a:r>
              <a:rPr lang="en-IN" sz="3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07D38A-E7B2-0EF9-75CA-C906BAF9F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490512"/>
              </p:ext>
            </p:extLst>
          </p:nvPr>
        </p:nvGraphicFramePr>
        <p:xfrm>
          <a:off x="771525" y="2743200"/>
          <a:ext cx="7598568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80BA6A-9E4C-4A53-9C2E-FFC66DF85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1A6988-4CC3-42CD-9431-EDE8BA82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IN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97E1AF7-A6C6-DEA7-D600-AD2F06D9D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075604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3812132-56AD-436D-A522-B55990A6A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598" y="639097"/>
            <a:ext cx="3592258" cy="37466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i="1" dirty="0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CA7346FD-6F4C-E3A2-34BD-EFCD9619E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7454" y="1374844"/>
            <a:ext cx="4103945" cy="410394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188</TotalTime>
  <Words>396</Words>
  <Application>Microsoft Macintosh PowerPoint</Application>
  <PresentationFormat>On-screen Show (4:3)</PresentationFormat>
  <Paragraphs>69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Times New Roman</vt:lpstr>
      <vt:lpstr>Celestial</vt:lpstr>
      <vt:lpstr>Used Cars Price Analysis</vt:lpstr>
      <vt:lpstr>Introduction</vt:lpstr>
      <vt:lpstr>Problem Statement</vt:lpstr>
      <vt:lpstr>Project Objectives</vt:lpstr>
      <vt:lpstr>Methodology</vt:lpstr>
      <vt:lpstr>Tools &amp; Technologies Used</vt:lpstr>
      <vt:lpstr>Web Scraping Process</vt:lpstr>
      <vt:lpstr>Data Extracted</vt:lpstr>
      <vt:lpstr>Data Cleaning Techniques</vt:lpstr>
      <vt:lpstr>Visual Analysis</vt:lpstr>
      <vt:lpstr>Key Insights</vt:lpstr>
      <vt:lpstr>Dashboard Preview</vt:lpstr>
      <vt:lpstr>DASHBOARD</vt:lpstr>
      <vt:lpstr>Conclusion</vt:lpstr>
      <vt:lpstr>Challenges Faced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ADADA LOKWSWARA RAO</cp:lastModifiedBy>
  <cp:revision>2</cp:revision>
  <dcterms:created xsi:type="dcterms:W3CDTF">2013-01-27T09:14:16Z</dcterms:created>
  <dcterms:modified xsi:type="dcterms:W3CDTF">2025-04-15T08:41:28Z</dcterms:modified>
  <cp:category/>
</cp:coreProperties>
</file>